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70AB-B33A-CF7F-DFF6-542CF31A3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7CE6A-7F80-A543-A6C4-BC9BD13D8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68D5C-DA97-DCBB-965C-5675351D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82B37-7CD2-DF1D-CC04-839B3876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6D635-FB1C-78BF-3A39-AC2F66A8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84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B47B7-63C6-6B78-C4DC-7C7E4C082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F10DA-06E1-E15E-0EDA-3B5D8A09D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6D74E-006B-CAF1-53AD-B676CA9E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E204D-9D6C-5C40-30E4-03B225B9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D27C2-9732-E26F-AE9B-81E39395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3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6330-4E8B-C7BF-5C1C-51ACC3346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71C2B-7A98-F01E-0293-8670EA770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EBBF7-07D3-899C-D8E6-FBD44BC6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71DFE-6923-EE4C-5419-16F8CDB13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94394-0714-6B9E-B888-EBD5EF83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7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77FB-27C2-D03A-62F7-B047D8C7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A995B-59CA-2E2B-D8BA-A21CFB57F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C1BD1-58CD-4DF3-50C2-F38934EAF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0968C-9539-A006-B405-5AE881A39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850E8-FC6D-666A-BC2F-9A29F4097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3BD7F-03FE-EECD-62D5-707B0A1E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0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12CF-60DA-DF63-36C8-56EA7B48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94247-B207-3B35-227D-6144DDADE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51A69-E7BA-671A-52DA-7EE636A30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BEAA8-0C76-2883-F5B3-4D185CB63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0E68-364B-1524-21DA-0A2CC3BC5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521F8-C994-B1F4-B925-7C829623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A7CA1-83FC-C4F0-DBF0-E02131F4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5D66F-C008-54E5-2C36-781E1396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9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C6CB-1412-CC1F-51F1-7F942FDE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86231-EDDC-99C6-91C6-80BB68E1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B2C9-7CC2-41E5-0504-D3313C52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CF472-4215-FA96-157F-3B65A2B5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2D18F-35C2-786B-0398-6D13D4976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37B20-356F-1737-FCC7-2B374234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E2C07-B86C-4255-A5C4-EE88DF85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5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7975-C742-FD27-BBBA-84225EE6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29025-370B-C9B8-B359-938971925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DD85C-74C1-B546-69BB-642A3491D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0943E-DE33-7AC2-1F42-DC40DAAB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D0EB0-B628-0BE9-662A-80EFB9C9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2B5BB-F5CD-4AB8-1C30-998713B1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2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072E-D710-E409-53E0-8D64D3F5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E0BC3-9208-A4FA-98CD-00B792700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5702E-41F3-1ED8-E451-C3CDCCF9D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6831A-4724-E518-06A2-DA84FBEC8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AD8C7-28E5-49DE-5D83-CFDEEC78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910A9-E58C-90E5-58EE-830663B7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0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36A2-E5A6-3B06-1508-AD0AD6DE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3BE5F-10F9-D92D-580B-5A69BDCB2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4BB43-AD51-CFC2-B87F-96E52DB3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5F816-482F-BF31-EEE6-53E1632F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E4D62-F707-0B71-6AFA-3A4A5E9C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04DCF-B127-B1E9-5049-5BEB94A6C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7D118-771C-4164-BB90-BD2F1C8C2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A3F0B-43C7-FF50-23C1-F3BD6351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264A2-50C0-ABC8-E1DA-6882A0EEE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99524-FD54-B466-C2D2-5C6B8D24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1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75000"/>
                <a:lumOff val="2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5EB1BE-8867-935B-1537-8DDAA48B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216F3-50CD-3F57-B1AA-8F2AE431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32356-A22C-222D-2D65-B855A1001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F3F28-D4B1-41F9-ADBB-6463B2098F9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2DA72-5B2D-E1F6-12F3-67B0E4376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68CD9-02C6-43F4-B02F-E4A902497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C0C23-19E2-46FC-A802-5B9F5900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3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E75D-304A-4C0D-7E82-F43D292EA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Hedge Funds and Recession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C27DF-F88E-A31E-3D04-AE56C5D5B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Hans Petersen</a:t>
            </a:r>
          </a:p>
        </p:txBody>
      </p:sp>
    </p:spTree>
    <p:extLst>
      <p:ext uri="{BB962C8B-B14F-4D97-AF65-F5344CB8AC3E}">
        <p14:creationId xmlns:p14="http://schemas.microsoft.com/office/powerpoint/2010/main" val="214897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66A7-3F67-F890-4064-87B4D518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Hedge Funds</a:t>
            </a:r>
          </a:p>
        </p:txBody>
      </p:sp>
      <p:pic>
        <p:nvPicPr>
          <p:cNvPr id="5" name="Content Placeholder 4" descr="Logo&#10;&#10;Description automatically generated with medium confidence">
            <a:extLst>
              <a:ext uri="{FF2B5EF4-FFF2-40B4-BE49-F238E27FC236}">
                <a16:creationId xmlns:a16="http://schemas.microsoft.com/office/drawing/2014/main" id="{FB7B7B68-CDD1-EE6A-8484-58B12A551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2857500" cy="2857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1D4BF-B79F-EB13-805B-43D892039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721" y="1690688"/>
            <a:ext cx="4678512" cy="208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9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9FEB-6279-6E95-061D-E9775AF4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Research </a:t>
            </a:r>
          </a:p>
        </p:txBody>
      </p:sp>
      <p:pic>
        <p:nvPicPr>
          <p:cNvPr id="5" name="Content Placeholder 4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9F3E0374-43EA-E1B5-B0AD-990DB3EDC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201" y="3258343"/>
            <a:ext cx="2888796" cy="2888796"/>
          </a:xfrm>
        </p:spPr>
      </p:pic>
      <p:pic>
        <p:nvPicPr>
          <p:cNvPr id="7" name="Picture 6" descr="A person in a suit&#10;&#10;Description automatically generated with medium confidence">
            <a:extLst>
              <a:ext uri="{FF2B5EF4-FFF2-40B4-BE49-F238E27FC236}">
                <a16:creationId xmlns:a16="http://schemas.microsoft.com/office/drawing/2014/main" id="{8D2B6020-033D-A216-3D30-6B6C3863B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961" y="3258343"/>
            <a:ext cx="2430702" cy="28887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E5CB723-7F85-56C3-EC39-B84B8CDE92C7}"/>
              </a:ext>
            </a:extLst>
          </p:cNvPr>
          <p:cNvSpPr txBox="1">
            <a:spLocks/>
          </p:cNvSpPr>
          <p:nvPr/>
        </p:nvSpPr>
        <p:spPr>
          <a:xfrm>
            <a:off x="6096000" y="1639662"/>
            <a:ext cx="54782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effectLst/>
                <a:latin typeface="Arial" panose="020B0604020202020204" pitchFamily="34" charset="0"/>
              </a:rPr>
              <a:t>Hedge Fund Performance 1990-2000: Do the</a:t>
            </a:r>
            <a:br>
              <a:rPr lang="en-US" sz="2000" dirty="0"/>
            </a:br>
            <a:r>
              <a:rPr lang="en-US" sz="2000" dirty="0">
                <a:effectLst/>
                <a:latin typeface="Arial" panose="020B0604020202020204" pitchFamily="34" charset="0"/>
              </a:rPr>
              <a:t>"Money Machines" Really Add Value</a:t>
            </a:r>
          </a:p>
          <a:p>
            <a:pPr algn="ctr"/>
            <a:r>
              <a:rPr lang="en-US" sz="2000" dirty="0">
                <a:latin typeface="+mn-lt"/>
              </a:rPr>
              <a:t>Kat and Amin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6FCA0E8-00E1-3B3D-7691-6D1E4B9BE909}"/>
              </a:ext>
            </a:extLst>
          </p:cNvPr>
          <p:cNvSpPr txBox="1">
            <a:spLocks/>
          </p:cNvSpPr>
          <p:nvPr/>
        </p:nvSpPr>
        <p:spPr>
          <a:xfrm>
            <a:off x="397328" y="1639661"/>
            <a:ext cx="54782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effectLst/>
                <a:latin typeface="Arial" panose="020B0604020202020204" pitchFamily="34" charset="0"/>
              </a:rPr>
              <a:t>Higher risk, lower returns: What hedge fund investors really earn</a:t>
            </a:r>
          </a:p>
          <a:p>
            <a:pPr algn="ctr"/>
            <a:r>
              <a:rPr lang="en-US" sz="2000" dirty="0" err="1">
                <a:latin typeface="Arial" panose="020B0604020202020204" pitchFamily="34" charset="0"/>
              </a:rPr>
              <a:t>Dichev</a:t>
            </a:r>
            <a:r>
              <a:rPr lang="en-US" sz="2000" dirty="0">
                <a:latin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</a:rPr>
              <a:t>amd</a:t>
            </a:r>
            <a:r>
              <a:rPr lang="en-US" sz="2000" dirty="0">
                <a:latin typeface="Arial" panose="020B0604020202020204" pitchFamily="34" charset="0"/>
              </a:rPr>
              <a:t> Yu</a:t>
            </a:r>
            <a:endParaRPr lang="en-US" sz="2000" dirty="0">
              <a:latin typeface="+mn-lt"/>
            </a:endParaRPr>
          </a:p>
        </p:txBody>
      </p:sp>
      <p:pic>
        <p:nvPicPr>
          <p:cNvPr id="11" name="Picture 10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51B163C0-14FC-315D-5CCA-A69D64A215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38" y="3892777"/>
            <a:ext cx="3119946" cy="2079964"/>
          </a:xfrm>
          <a:prstGeom prst="rect">
            <a:avLst/>
          </a:prstGeom>
        </p:spPr>
      </p:pic>
      <p:pic>
        <p:nvPicPr>
          <p:cNvPr id="13" name="Picture 12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AF171FA3-0F87-FF67-3591-3B247F3CCE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760" y="3623639"/>
            <a:ext cx="2618240" cy="261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8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E0EE-F07A-5D23-1D0A-81724498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Recessions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DF1276-6E0F-9D8E-A90F-A44853E40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30" y="2002971"/>
            <a:ext cx="11302828" cy="4049485"/>
          </a:xfrm>
        </p:spPr>
      </p:pic>
    </p:spTree>
    <p:extLst>
      <p:ext uri="{BB962C8B-B14F-4D97-AF65-F5344CB8AC3E}">
        <p14:creationId xmlns:p14="http://schemas.microsoft.com/office/powerpoint/2010/main" val="3366992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9B5A-5B5D-0B10-C2D1-C872856D1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 </a:t>
            </a:r>
          </a:p>
        </p:txBody>
      </p: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2E77BB24-7C6B-5AA3-D0FC-68F22988B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431" y="1690688"/>
            <a:ext cx="8666042" cy="5104479"/>
          </a:xfrm>
        </p:spPr>
      </p:pic>
    </p:spTree>
    <p:extLst>
      <p:ext uri="{BB962C8B-B14F-4D97-AF65-F5344CB8AC3E}">
        <p14:creationId xmlns:p14="http://schemas.microsoft.com/office/powerpoint/2010/main" val="37982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0B25-CC19-1ABE-2DD5-4EB0C214E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 (continued)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E91B651-993B-E9DE-74D9-94838025C5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Content Placeholder 11" descr="Chart, histogram&#10;&#10;Description automatically generated">
            <a:extLst>
              <a:ext uri="{FF2B5EF4-FFF2-40B4-BE49-F238E27FC236}">
                <a16:creationId xmlns:a16="http://schemas.microsoft.com/office/drawing/2014/main" id="{FCB70A0C-4A06-FC96-0DDB-129ED5D83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626" y="1718597"/>
            <a:ext cx="9594747" cy="4958736"/>
          </a:xfrm>
        </p:spPr>
      </p:pic>
    </p:spTree>
    <p:extLst>
      <p:ext uri="{BB962C8B-B14F-4D97-AF65-F5344CB8AC3E}">
        <p14:creationId xmlns:p14="http://schemas.microsoft.com/office/powerpoint/2010/main" val="59618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997A-8F90-CDB5-12EE-05AFFD98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analysis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FF36E7-FDEF-7642-3A12-3BC71FC3B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2300" y="3152390"/>
            <a:ext cx="5867400" cy="2819214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651CA6-D44B-1CB3-1131-1CECC637708A}"/>
                  </a:ext>
                </a:extLst>
              </p:cNvPr>
              <p:cNvSpPr txBox="1"/>
              <p:nvPr/>
            </p:nvSpPr>
            <p:spPr>
              <a:xfrm>
                <a:off x="121376" y="1783079"/>
                <a:ext cx="11935641" cy="8922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𝐹𝑢𝑛𝑑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𝑟𝑒𝑡𝑢𝑟𝑛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𝑀𝑎𝑟𝑘𝑒𝑡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𝑟𝑒𝑡𝑢𝑟𝑛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𝐺𝑟𝑒𝑎𝑡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𝑅𝑒𝑐𝑒𝑠𝑠𝑖𝑜𝑛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𝑅𝑒𝑐𝑒𝑠𝑠𝑖𝑜𝑛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𝐶𝑜𝑣𝑖𝑑𝑅𝑒𝑐𝑒𝑠𝑠𝑖𝑜𝑛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𝑀𝑎𝑟𝑘𝑒𝑡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𝑟𝑒𝑡𝑢𝑟𝑛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𝐺𝑟𝑒𝑎𝑡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𝑅𝑒𝑐𝑒𝑠𝑠𝑖𝑜𝑛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𝑀𝑎𝑟𝑘𝑒𝑡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𝑟𝑒𝑡𝑢𝑟𝑛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𝑅𝑒𝑐𝑒𝑠𝑠𝑖𝑜𝑛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 smtClean="0"/>
                        <m:t>+ </m:t>
                      </m:r>
                      <m:r>
                        <m:rPr>
                          <m:nor/>
                        </m:rPr>
                        <a:rPr lang="en-US" dirty="0" smtClean="0"/>
                        <m:t>Market</m:t>
                      </m:r>
                      <m:r>
                        <m:rPr>
                          <m:nor/>
                        </m:rPr>
                        <a:rPr lang="en-US" dirty="0" smtClean="0"/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𝑟𝑒𝑡𝑢𝑟𝑛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 * </m:t>
                      </m:r>
                      <m:r>
                        <m:rPr>
                          <m:nor/>
                        </m:rPr>
                        <a:rPr lang="en-US" b="0" i="0" dirty="0" smtClean="0"/>
                        <m:t>Covid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Recession</m:t>
                      </m:r>
                      <m:r>
                        <m:rPr>
                          <m:nor/>
                        </m:rPr>
                        <a:rPr lang="en-US" b="0" i="0" dirty="0" smtClean="0"/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651CA6-D44B-1CB3-1131-1CECC637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76" y="1783079"/>
                <a:ext cx="11935641" cy="892232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82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0117-9EE0-889A-5274-15D80CC8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pic>
        <p:nvPicPr>
          <p:cNvPr id="5" name="Content Placeholder 4" descr="A picture containing text, accessory, umbrella&#10;&#10;Description automatically generated">
            <a:extLst>
              <a:ext uri="{FF2B5EF4-FFF2-40B4-BE49-F238E27FC236}">
                <a16:creationId xmlns:a16="http://schemas.microsoft.com/office/drawing/2014/main" id="{0C3C21CF-CAF6-658D-4E00-200F7FCF5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07" y="2885881"/>
            <a:ext cx="4065497" cy="2470354"/>
          </a:xfrm>
        </p:spPr>
      </p:pic>
      <p:pic>
        <p:nvPicPr>
          <p:cNvPr id="7" name="Picture 6" descr="A group of people playing a game&#10;&#10;Description automatically generated with low confidence">
            <a:extLst>
              <a:ext uri="{FF2B5EF4-FFF2-40B4-BE49-F238E27FC236}">
                <a16:creationId xmlns:a16="http://schemas.microsoft.com/office/drawing/2014/main" id="{3B4DFCDF-57A1-86FF-E13F-EFAD8848B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967" y="2834639"/>
            <a:ext cx="5411833" cy="257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89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87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Hedge Funds and Recession</vt:lpstr>
      <vt:lpstr>Hedge Funds</vt:lpstr>
      <vt:lpstr>Outside Research </vt:lpstr>
      <vt:lpstr>Recessions</vt:lpstr>
      <vt:lpstr>Statistical analysis </vt:lpstr>
      <vt:lpstr>Statistical analysis (continued)</vt:lpstr>
      <vt:lpstr>Regression analysis 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Hedge Funds and Recession</dc:title>
  <dc:creator>Petersen, Hans</dc:creator>
  <cp:lastModifiedBy>Petersen, Hans</cp:lastModifiedBy>
  <cp:revision>1</cp:revision>
  <dcterms:created xsi:type="dcterms:W3CDTF">2023-04-27T12:59:14Z</dcterms:created>
  <dcterms:modified xsi:type="dcterms:W3CDTF">2023-04-27T14:29:31Z</dcterms:modified>
</cp:coreProperties>
</file>