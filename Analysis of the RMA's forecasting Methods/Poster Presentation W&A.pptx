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5"/>
  </p:sldMasterIdLst>
  <p:notesMasterIdLst>
    <p:notesMasterId r:id="rId6"/>
  </p:notesMasterIdLst>
  <p:sldIdLst>
    <p:sldId id="256" r:id="rId7"/>
  </p:sldIdLst>
  <p:sldSz cy="36576000" cx="54864000"/>
  <p:notesSz cx="6858000" cy="9144000"/>
  <p:embeddedFontLst>
    <p:embeddedFont>
      <p:font typeface="Arial Black"/>
      <p:regular r:id="rId8"/>
    </p:embeddedFont>
    <p:embeddedFont>
      <p:font typeface="Roboto Serif Black"/>
      <p:bold r:id="rId9"/>
      <p:boldItalic r:id="rId10"/>
    </p:embeddedFont>
    <p:embeddedFont>
      <p:font typeface="Century Gothic"/>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687">
          <p15:clr>
            <a:srgbClr val="A4A3A4"/>
          </p15:clr>
        </p15:guide>
        <p15:guide id="2" orient="horz" pos="320">
          <p15:clr>
            <a:srgbClr val="A4A3A4"/>
          </p15:clr>
        </p15:guide>
        <p15:guide id="3" orient="horz" pos="21960">
          <p15:clr>
            <a:srgbClr val="A4A3A4"/>
          </p15:clr>
        </p15:guide>
        <p15:guide id="4" orient="horz">
          <p15:clr>
            <a:srgbClr val="A4A3A4"/>
          </p15:clr>
        </p15:guide>
        <p15:guide id="5" pos="720">
          <p15:clr>
            <a:srgbClr val="A4A3A4"/>
          </p15:clr>
        </p15:guide>
        <p15:guide id="6" pos="33837">
          <p15:clr>
            <a:srgbClr val="A4A3A4"/>
          </p15:clr>
        </p15:guide>
      </p15:sldGuideLst>
    </p:ext>
    <p:ext uri="{2D200454-40CA-4A62-9FC3-DE9A4176ACB9}">
      <p15:notesGuideLst>
        <p15:guide id="1" orient="horz" pos="4800">
          <p15:clr>
            <a:srgbClr val="A4A3A4"/>
          </p15:clr>
        </p15:guide>
        <p15:guide id="2" pos="36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F9DACB-50FE-479A-A142-D5BC2A361630}">
  <a:tblStyle styleId="{21F9DACB-50FE-479A-A142-D5BC2A36163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87" orient="horz"/>
        <p:guide pos="320" orient="horz"/>
        <p:guide pos="21960" orient="horz"/>
        <p:guide orient="horz"/>
        <p:guide pos="720"/>
        <p:guide pos="33837"/>
      </p:guideLst>
    </p:cSldViewPr>
  </p:slideViewPr>
  <p:notesViewPr>
    <p:cSldViewPr snapToGrid="0">
      <p:cViewPr varScale="1">
        <p:scale>
          <a:sx n="100" d="100"/>
          <a:sy n="100" d="100"/>
        </p:scale>
        <p:origin x="0" y="0"/>
      </p:cViewPr>
      <p:guideLst>
        <p:guide pos="4800" orient="horz"/>
        <p:guide pos="360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font" Target="fonts/CenturyGothic-regular.fntdata"/><Relationship Id="rId10" Type="http://schemas.openxmlformats.org/officeDocument/2006/relationships/font" Target="fonts/RobotoSerifBlack-boldItalic.fntdata"/><Relationship Id="rId13" Type="http://schemas.openxmlformats.org/officeDocument/2006/relationships/font" Target="fonts/CenturyGothic-italic.fntdata"/><Relationship Id="rId12"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RobotoSerifBlack-bold.fntdata"/><Relationship Id="rId14" Type="http://schemas.openxmlformats.org/officeDocument/2006/relationships/font" Target="fonts/CenturyGothic-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ArialBlack-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41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61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8x72 template">
  <p:cSld name="48x72 template">
    <p:spTree>
      <p:nvGrpSpPr>
        <p:cNvPr id="17" name="Shape 17"/>
        <p:cNvGrpSpPr/>
        <p:nvPr/>
      </p:nvGrpSpPr>
      <p:grpSpPr>
        <a:xfrm>
          <a:off x="0" y="0"/>
          <a:ext cx="0" cy="0"/>
          <a:chOff x="0" y="0"/>
          <a:chExt cx="0" cy="0"/>
        </a:xfrm>
      </p:grpSpPr>
      <p:sp>
        <p:nvSpPr>
          <p:cNvPr id="18" name="Google Shape;18;p2"/>
          <p:cNvSpPr txBox="1"/>
          <p:nvPr>
            <p:ph idx="1" type="body"/>
          </p:nvPr>
        </p:nvSpPr>
        <p:spPr>
          <a:xfrm>
            <a:off x="1130233" y="6671562"/>
            <a:ext cx="16989000" cy="908700"/>
          </a:xfrm>
          <a:prstGeom prst="rect">
            <a:avLst/>
          </a:prstGeom>
          <a:noFill/>
          <a:ln>
            <a:noFill/>
          </a:ln>
        </p:spPr>
        <p:txBody>
          <a:bodyPr anchorCtr="0" anchor="t" bIns="272075" lIns="272075" spcFirstLastPara="1" rIns="272075" wrap="square" tIns="272075">
            <a:spAutoFit/>
          </a:bodyPr>
          <a:lstStyle>
            <a:lvl1pPr indent="-228600" lvl="0" marL="457200" marR="0" rtl="0" algn="l">
              <a:spcBef>
                <a:spcPts val="500"/>
              </a:spcBef>
              <a:spcAft>
                <a:spcPts val="0"/>
              </a:spcAft>
              <a:buClr>
                <a:srgbClr val="1F3864"/>
              </a:buClr>
              <a:buSzPts val="2300"/>
              <a:buFont typeface="Arial"/>
              <a:buNone/>
              <a:defRPr b="0" i="0" sz="2300" u="none" cap="none" strike="noStrike">
                <a:solidFill>
                  <a:srgbClr val="1F3864"/>
                </a:solidFill>
                <a:latin typeface="Century Gothic"/>
                <a:ea typeface="Century Gothic"/>
                <a:cs typeface="Century Gothic"/>
                <a:sym typeface="Century Gothic"/>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2pPr>
            <a:lvl3pPr indent="-419100" lvl="2" marL="13716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3pPr>
            <a:lvl4pPr indent="-419100" lvl="3" marL="18288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4pPr>
            <a:lvl5pPr indent="-419100" lvl="4" marL="22860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19" name="Google Shape;19;p2"/>
          <p:cNvSpPr txBox="1"/>
          <p:nvPr>
            <p:ph idx="2" type="body"/>
          </p:nvPr>
        </p:nvSpPr>
        <p:spPr>
          <a:xfrm>
            <a:off x="1152922" y="5927765"/>
            <a:ext cx="16966500" cy="732900"/>
          </a:xfrm>
          <a:prstGeom prst="rect">
            <a:avLst/>
          </a:prstGeom>
          <a:solidFill>
            <a:srgbClr val="1F3864"/>
          </a:solidFill>
          <a:ln>
            <a:noFill/>
          </a:ln>
        </p:spPr>
        <p:txBody>
          <a:bodyPr anchorCtr="0" anchor="t" bIns="108825" lIns="108825" spcFirstLastPara="1" rIns="108825" wrap="square" tIns="108825">
            <a:spAutoFit/>
          </a:bodyPr>
          <a:lstStyle>
            <a:lvl1pPr indent="-228600" lvl="0" marL="457200" marR="0" rtl="0" algn="ctr">
              <a:spcBef>
                <a:spcPts val="700"/>
              </a:spcBef>
              <a:spcAft>
                <a:spcPts val="0"/>
              </a:spcAft>
              <a:buClr>
                <a:schemeClr val="lt1"/>
              </a:buClr>
              <a:buSzPts val="3300"/>
              <a:buFont typeface="Arial"/>
              <a:buNone/>
              <a:defRPr b="1" i="0" sz="3300" u="none" cap="none" strike="noStrike">
                <a:solidFill>
                  <a:schemeClr val="lt1"/>
                </a:solidFill>
                <a:latin typeface="Century Gothic"/>
                <a:ea typeface="Century Gothic"/>
                <a:cs typeface="Century Gothic"/>
                <a:sym typeface="Century Gothic"/>
              </a:defRPr>
            </a:lvl1pPr>
            <a:lvl2pPr indent="-1244600" lvl="1" marL="914400" marR="0" rtl="0" algn="l">
              <a:spcBef>
                <a:spcPts val="3200"/>
              </a:spcBef>
              <a:spcAft>
                <a:spcPts val="0"/>
              </a:spcAft>
              <a:buClr>
                <a:schemeClr val="dk1"/>
              </a:buClr>
              <a:buSzPts val="16000"/>
              <a:buFont typeface="Arial"/>
              <a:buChar char="–"/>
              <a:defRPr b="0" i="0" sz="16000" u="none" cap="none" strike="noStrike">
                <a:solidFill>
                  <a:schemeClr val="dk1"/>
                </a:solidFill>
                <a:latin typeface="Calibri"/>
                <a:ea typeface="Calibri"/>
                <a:cs typeface="Calibri"/>
                <a:sym typeface="Calibri"/>
              </a:defRPr>
            </a:lvl2pPr>
            <a:lvl3pPr indent="-1104900" lvl="2" marL="1371600" marR="0" rtl="0" algn="l">
              <a:spcBef>
                <a:spcPts val="2800"/>
              </a:spcBef>
              <a:spcAft>
                <a:spcPts val="0"/>
              </a:spcAft>
              <a:buClr>
                <a:schemeClr val="dk1"/>
              </a:buClr>
              <a:buSzPts val="13800"/>
              <a:buFont typeface="Arial"/>
              <a:buChar char="•"/>
              <a:defRPr b="0" i="0" sz="13800" u="none" cap="none" strike="noStrike">
                <a:solidFill>
                  <a:schemeClr val="dk1"/>
                </a:solidFill>
                <a:latin typeface="Calibri"/>
                <a:ea typeface="Calibri"/>
                <a:cs typeface="Calibri"/>
                <a:sym typeface="Calibri"/>
              </a:defRPr>
            </a:lvl3pPr>
            <a:lvl4pPr indent="-958850" lvl="3" marL="1828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4pPr>
            <a:lvl5pPr indent="-958850" lvl="4" marL="22860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0" name="Google Shape;20;p2"/>
          <p:cNvSpPr txBox="1"/>
          <p:nvPr>
            <p:ph idx="3" type="body"/>
          </p:nvPr>
        </p:nvSpPr>
        <p:spPr>
          <a:xfrm>
            <a:off x="1152923" y="20039173"/>
            <a:ext cx="16991100" cy="908700"/>
          </a:xfrm>
          <a:prstGeom prst="rect">
            <a:avLst/>
          </a:prstGeom>
          <a:noFill/>
          <a:ln>
            <a:noFill/>
          </a:ln>
        </p:spPr>
        <p:txBody>
          <a:bodyPr anchorCtr="0" anchor="t" bIns="272075" lIns="272075" spcFirstLastPara="1" rIns="272075" wrap="square" tIns="272075">
            <a:spAutoFit/>
          </a:bodyPr>
          <a:lstStyle>
            <a:lvl1pPr indent="-228600" lvl="0" marL="457200" marR="0" rtl="0" algn="l">
              <a:spcBef>
                <a:spcPts val="500"/>
              </a:spcBef>
              <a:spcAft>
                <a:spcPts val="0"/>
              </a:spcAft>
              <a:buClr>
                <a:srgbClr val="1F3864"/>
              </a:buClr>
              <a:buSzPts val="2300"/>
              <a:buFont typeface="Arial"/>
              <a:buNone/>
              <a:defRPr b="0" i="0" sz="2300" u="none" cap="none" strike="noStrike">
                <a:solidFill>
                  <a:srgbClr val="1F3864"/>
                </a:solidFill>
                <a:latin typeface="Century Gothic"/>
                <a:ea typeface="Century Gothic"/>
                <a:cs typeface="Century Gothic"/>
                <a:sym typeface="Century Gothic"/>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2pPr>
            <a:lvl3pPr indent="-419100" lvl="2" marL="13716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3pPr>
            <a:lvl4pPr indent="-419100" lvl="3" marL="18288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4pPr>
            <a:lvl5pPr indent="-419100" lvl="4" marL="22860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1" name="Google Shape;21;p2"/>
          <p:cNvSpPr txBox="1"/>
          <p:nvPr>
            <p:ph idx="4" type="body"/>
          </p:nvPr>
        </p:nvSpPr>
        <p:spPr>
          <a:xfrm>
            <a:off x="1177600" y="19235803"/>
            <a:ext cx="16966500" cy="732900"/>
          </a:xfrm>
          <a:prstGeom prst="rect">
            <a:avLst/>
          </a:prstGeom>
          <a:solidFill>
            <a:srgbClr val="1F3864"/>
          </a:solidFill>
          <a:ln>
            <a:noFill/>
          </a:ln>
        </p:spPr>
        <p:txBody>
          <a:bodyPr anchorCtr="0" anchor="t" bIns="108825" lIns="108825" spcFirstLastPara="1" rIns="108825" wrap="square" tIns="108825">
            <a:spAutoFit/>
          </a:bodyPr>
          <a:lstStyle>
            <a:lvl1pPr indent="-228600" lvl="0" marL="457200" marR="0" rtl="0" algn="ctr">
              <a:spcBef>
                <a:spcPts val="700"/>
              </a:spcBef>
              <a:spcAft>
                <a:spcPts val="0"/>
              </a:spcAft>
              <a:buClr>
                <a:schemeClr val="lt1"/>
              </a:buClr>
              <a:buSzPts val="3300"/>
              <a:buFont typeface="Arial"/>
              <a:buNone/>
              <a:defRPr b="1" i="0" sz="3300" u="none" cap="none" strike="noStrike">
                <a:solidFill>
                  <a:schemeClr val="lt1"/>
                </a:solidFill>
                <a:latin typeface="Century Gothic"/>
                <a:ea typeface="Century Gothic"/>
                <a:cs typeface="Century Gothic"/>
                <a:sym typeface="Century Gothic"/>
              </a:defRPr>
            </a:lvl1pPr>
            <a:lvl2pPr indent="-1244600" lvl="1" marL="914400" marR="0" rtl="0" algn="l">
              <a:spcBef>
                <a:spcPts val="3200"/>
              </a:spcBef>
              <a:spcAft>
                <a:spcPts val="0"/>
              </a:spcAft>
              <a:buClr>
                <a:schemeClr val="dk1"/>
              </a:buClr>
              <a:buSzPts val="16000"/>
              <a:buFont typeface="Arial"/>
              <a:buChar char="–"/>
              <a:defRPr b="0" i="0" sz="16000" u="none" cap="none" strike="noStrike">
                <a:solidFill>
                  <a:schemeClr val="dk1"/>
                </a:solidFill>
                <a:latin typeface="Calibri"/>
                <a:ea typeface="Calibri"/>
                <a:cs typeface="Calibri"/>
                <a:sym typeface="Calibri"/>
              </a:defRPr>
            </a:lvl2pPr>
            <a:lvl3pPr indent="-1104900" lvl="2" marL="1371600" marR="0" rtl="0" algn="l">
              <a:spcBef>
                <a:spcPts val="2800"/>
              </a:spcBef>
              <a:spcAft>
                <a:spcPts val="0"/>
              </a:spcAft>
              <a:buClr>
                <a:schemeClr val="dk1"/>
              </a:buClr>
              <a:buSzPts val="13800"/>
              <a:buFont typeface="Arial"/>
              <a:buChar char="•"/>
              <a:defRPr b="0" i="0" sz="13800" u="none" cap="none" strike="noStrike">
                <a:solidFill>
                  <a:schemeClr val="dk1"/>
                </a:solidFill>
                <a:latin typeface="Calibri"/>
                <a:ea typeface="Calibri"/>
                <a:cs typeface="Calibri"/>
                <a:sym typeface="Calibri"/>
              </a:defRPr>
            </a:lvl3pPr>
            <a:lvl4pPr indent="-958850" lvl="3" marL="1828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4pPr>
            <a:lvl5pPr indent="-958850" lvl="4" marL="22860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2" name="Google Shape;22;p2"/>
          <p:cNvSpPr txBox="1"/>
          <p:nvPr>
            <p:ph idx="5" type="body"/>
          </p:nvPr>
        </p:nvSpPr>
        <p:spPr>
          <a:xfrm>
            <a:off x="18942845" y="23766512"/>
            <a:ext cx="16964400" cy="908700"/>
          </a:xfrm>
          <a:prstGeom prst="rect">
            <a:avLst/>
          </a:prstGeom>
          <a:noFill/>
          <a:ln>
            <a:noFill/>
          </a:ln>
        </p:spPr>
        <p:txBody>
          <a:bodyPr anchorCtr="0" anchor="t" bIns="272075" lIns="272075" spcFirstLastPara="1" rIns="272075" wrap="square" tIns="272075">
            <a:spAutoFit/>
          </a:bodyPr>
          <a:lstStyle>
            <a:lvl1pPr indent="-228600" lvl="0" marL="457200" marR="0" rtl="0" algn="l">
              <a:spcBef>
                <a:spcPts val="500"/>
              </a:spcBef>
              <a:spcAft>
                <a:spcPts val="0"/>
              </a:spcAft>
              <a:buClr>
                <a:srgbClr val="1F3864"/>
              </a:buClr>
              <a:buSzPts val="2300"/>
              <a:buFont typeface="Arial"/>
              <a:buNone/>
              <a:defRPr b="0" i="0" sz="2300" u="none" cap="none" strike="noStrike">
                <a:solidFill>
                  <a:srgbClr val="1F3864"/>
                </a:solidFill>
                <a:latin typeface="Century Gothic"/>
                <a:ea typeface="Century Gothic"/>
                <a:cs typeface="Century Gothic"/>
                <a:sym typeface="Century Gothic"/>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2pPr>
            <a:lvl3pPr indent="-419100" lvl="2" marL="13716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3pPr>
            <a:lvl4pPr indent="-419100" lvl="3" marL="18288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4pPr>
            <a:lvl5pPr indent="-419100" lvl="4" marL="22860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3" name="Google Shape;23;p2"/>
          <p:cNvSpPr txBox="1"/>
          <p:nvPr>
            <p:ph idx="6" type="body"/>
          </p:nvPr>
        </p:nvSpPr>
        <p:spPr>
          <a:xfrm>
            <a:off x="18942845" y="22936285"/>
            <a:ext cx="16964400" cy="732900"/>
          </a:xfrm>
          <a:prstGeom prst="rect">
            <a:avLst/>
          </a:prstGeom>
          <a:solidFill>
            <a:srgbClr val="1F3864"/>
          </a:solidFill>
          <a:ln>
            <a:noFill/>
          </a:ln>
        </p:spPr>
        <p:txBody>
          <a:bodyPr anchorCtr="0" anchor="t" bIns="108825" lIns="108825" spcFirstLastPara="1" rIns="108825" wrap="square" tIns="108825">
            <a:spAutoFit/>
          </a:bodyPr>
          <a:lstStyle>
            <a:lvl1pPr indent="-228600" lvl="0" marL="457200" marR="0" rtl="0" algn="ctr">
              <a:spcBef>
                <a:spcPts val="700"/>
              </a:spcBef>
              <a:spcAft>
                <a:spcPts val="0"/>
              </a:spcAft>
              <a:buClr>
                <a:schemeClr val="lt1"/>
              </a:buClr>
              <a:buSzPts val="3300"/>
              <a:buFont typeface="Arial"/>
              <a:buNone/>
              <a:defRPr b="1" i="0" sz="3300" u="none" cap="none" strike="noStrike">
                <a:solidFill>
                  <a:schemeClr val="lt1"/>
                </a:solidFill>
                <a:latin typeface="Century Gothic"/>
                <a:ea typeface="Century Gothic"/>
                <a:cs typeface="Century Gothic"/>
                <a:sym typeface="Century Gothic"/>
              </a:defRPr>
            </a:lvl1pPr>
            <a:lvl2pPr indent="-1244600" lvl="1" marL="914400" marR="0" rtl="0" algn="l">
              <a:spcBef>
                <a:spcPts val="3200"/>
              </a:spcBef>
              <a:spcAft>
                <a:spcPts val="0"/>
              </a:spcAft>
              <a:buClr>
                <a:schemeClr val="dk1"/>
              </a:buClr>
              <a:buSzPts val="16000"/>
              <a:buFont typeface="Arial"/>
              <a:buChar char="–"/>
              <a:defRPr b="0" i="0" sz="16000" u="none" cap="none" strike="noStrike">
                <a:solidFill>
                  <a:schemeClr val="dk1"/>
                </a:solidFill>
                <a:latin typeface="Calibri"/>
                <a:ea typeface="Calibri"/>
                <a:cs typeface="Calibri"/>
                <a:sym typeface="Calibri"/>
              </a:defRPr>
            </a:lvl2pPr>
            <a:lvl3pPr indent="-1104900" lvl="2" marL="1371600" marR="0" rtl="0" algn="l">
              <a:spcBef>
                <a:spcPts val="2800"/>
              </a:spcBef>
              <a:spcAft>
                <a:spcPts val="0"/>
              </a:spcAft>
              <a:buClr>
                <a:schemeClr val="dk1"/>
              </a:buClr>
              <a:buSzPts val="13800"/>
              <a:buFont typeface="Arial"/>
              <a:buChar char="•"/>
              <a:defRPr b="0" i="0" sz="13800" u="none" cap="none" strike="noStrike">
                <a:solidFill>
                  <a:schemeClr val="dk1"/>
                </a:solidFill>
                <a:latin typeface="Calibri"/>
                <a:ea typeface="Calibri"/>
                <a:cs typeface="Calibri"/>
                <a:sym typeface="Calibri"/>
              </a:defRPr>
            </a:lvl3pPr>
            <a:lvl4pPr indent="-958850" lvl="3" marL="1828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4pPr>
            <a:lvl5pPr indent="-958850" lvl="4" marL="22860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4" name="Google Shape;24;p2"/>
          <p:cNvSpPr txBox="1"/>
          <p:nvPr>
            <p:ph idx="7" type="body"/>
          </p:nvPr>
        </p:nvSpPr>
        <p:spPr>
          <a:xfrm>
            <a:off x="18952768" y="6671562"/>
            <a:ext cx="16964400" cy="908700"/>
          </a:xfrm>
          <a:prstGeom prst="rect">
            <a:avLst/>
          </a:prstGeom>
          <a:noFill/>
          <a:ln>
            <a:noFill/>
          </a:ln>
        </p:spPr>
        <p:txBody>
          <a:bodyPr anchorCtr="0" anchor="t" bIns="272075" lIns="272075" spcFirstLastPara="1" rIns="272075" wrap="square" tIns="272075">
            <a:spAutoFit/>
          </a:bodyPr>
          <a:lstStyle>
            <a:lvl1pPr indent="-228600" lvl="0" marL="457200" marR="0" rtl="0" algn="l">
              <a:spcBef>
                <a:spcPts val="500"/>
              </a:spcBef>
              <a:spcAft>
                <a:spcPts val="0"/>
              </a:spcAft>
              <a:buClr>
                <a:srgbClr val="1F3864"/>
              </a:buClr>
              <a:buSzPts val="2300"/>
              <a:buFont typeface="Arial"/>
              <a:buNone/>
              <a:defRPr b="0" i="0" sz="2300" u="none" cap="none" strike="noStrike">
                <a:solidFill>
                  <a:srgbClr val="1F3864"/>
                </a:solidFill>
                <a:latin typeface="Century Gothic"/>
                <a:ea typeface="Century Gothic"/>
                <a:cs typeface="Century Gothic"/>
                <a:sym typeface="Century Gothic"/>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2pPr>
            <a:lvl3pPr indent="-419100" lvl="2" marL="13716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3pPr>
            <a:lvl4pPr indent="-419100" lvl="3" marL="18288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4pPr>
            <a:lvl5pPr indent="-419100" lvl="4" marL="22860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5" name="Google Shape;25;p2"/>
          <p:cNvSpPr txBox="1"/>
          <p:nvPr>
            <p:ph idx="8" type="body"/>
          </p:nvPr>
        </p:nvSpPr>
        <p:spPr>
          <a:xfrm>
            <a:off x="18944832" y="5927765"/>
            <a:ext cx="16974300" cy="732900"/>
          </a:xfrm>
          <a:prstGeom prst="rect">
            <a:avLst/>
          </a:prstGeom>
          <a:solidFill>
            <a:srgbClr val="1F3864"/>
          </a:solidFill>
          <a:ln>
            <a:noFill/>
          </a:ln>
        </p:spPr>
        <p:txBody>
          <a:bodyPr anchorCtr="0" anchor="t" bIns="108825" lIns="108825" spcFirstLastPara="1" rIns="108825" wrap="square" tIns="108825">
            <a:spAutoFit/>
          </a:bodyPr>
          <a:lstStyle>
            <a:lvl1pPr indent="-228600" lvl="0" marL="457200" marR="0" rtl="0" algn="ctr">
              <a:spcBef>
                <a:spcPts val="700"/>
              </a:spcBef>
              <a:spcAft>
                <a:spcPts val="0"/>
              </a:spcAft>
              <a:buClr>
                <a:schemeClr val="lt1"/>
              </a:buClr>
              <a:buSzPts val="3300"/>
              <a:buFont typeface="Arial"/>
              <a:buNone/>
              <a:defRPr b="1" i="0" sz="3300" u="none" cap="none" strike="noStrike">
                <a:solidFill>
                  <a:schemeClr val="lt1"/>
                </a:solidFill>
                <a:latin typeface="Century Gothic"/>
                <a:ea typeface="Century Gothic"/>
                <a:cs typeface="Century Gothic"/>
                <a:sym typeface="Century Gothic"/>
              </a:defRPr>
            </a:lvl1pPr>
            <a:lvl2pPr indent="-1244600" lvl="1" marL="914400" marR="0" rtl="0" algn="l">
              <a:spcBef>
                <a:spcPts val="3200"/>
              </a:spcBef>
              <a:spcAft>
                <a:spcPts val="0"/>
              </a:spcAft>
              <a:buClr>
                <a:schemeClr val="dk1"/>
              </a:buClr>
              <a:buSzPts val="16000"/>
              <a:buFont typeface="Arial"/>
              <a:buChar char="–"/>
              <a:defRPr b="0" i="0" sz="16000" u="none" cap="none" strike="noStrike">
                <a:solidFill>
                  <a:schemeClr val="dk1"/>
                </a:solidFill>
                <a:latin typeface="Calibri"/>
                <a:ea typeface="Calibri"/>
                <a:cs typeface="Calibri"/>
                <a:sym typeface="Calibri"/>
              </a:defRPr>
            </a:lvl2pPr>
            <a:lvl3pPr indent="-1104900" lvl="2" marL="1371600" marR="0" rtl="0" algn="l">
              <a:spcBef>
                <a:spcPts val="2800"/>
              </a:spcBef>
              <a:spcAft>
                <a:spcPts val="0"/>
              </a:spcAft>
              <a:buClr>
                <a:schemeClr val="dk1"/>
              </a:buClr>
              <a:buSzPts val="13800"/>
              <a:buFont typeface="Arial"/>
              <a:buChar char="•"/>
              <a:defRPr b="0" i="0" sz="13800" u="none" cap="none" strike="noStrike">
                <a:solidFill>
                  <a:schemeClr val="dk1"/>
                </a:solidFill>
                <a:latin typeface="Calibri"/>
                <a:ea typeface="Calibri"/>
                <a:cs typeface="Calibri"/>
                <a:sym typeface="Calibri"/>
              </a:defRPr>
            </a:lvl3pPr>
            <a:lvl4pPr indent="-958850" lvl="3" marL="1828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4pPr>
            <a:lvl5pPr indent="-958850" lvl="4" marL="22860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6" name="Google Shape;26;p2"/>
          <p:cNvSpPr txBox="1"/>
          <p:nvPr>
            <p:ph idx="9" type="body"/>
          </p:nvPr>
        </p:nvSpPr>
        <p:spPr>
          <a:xfrm>
            <a:off x="36744677" y="5927765"/>
            <a:ext cx="16970100" cy="732900"/>
          </a:xfrm>
          <a:prstGeom prst="rect">
            <a:avLst/>
          </a:prstGeom>
          <a:solidFill>
            <a:srgbClr val="1F3864"/>
          </a:solidFill>
          <a:ln>
            <a:noFill/>
          </a:ln>
        </p:spPr>
        <p:txBody>
          <a:bodyPr anchorCtr="0" anchor="t" bIns="108825" lIns="108825" spcFirstLastPara="1" rIns="108825" wrap="square" tIns="108825">
            <a:spAutoFit/>
          </a:bodyPr>
          <a:lstStyle>
            <a:lvl1pPr indent="-228600" lvl="0" marL="457200" marR="0" rtl="0" algn="ctr">
              <a:spcBef>
                <a:spcPts val="700"/>
              </a:spcBef>
              <a:spcAft>
                <a:spcPts val="0"/>
              </a:spcAft>
              <a:buClr>
                <a:schemeClr val="lt1"/>
              </a:buClr>
              <a:buSzPts val="3300"/>
              <a:buFont typeface="Arial"/>
              <a:buNone/>
              <a:defRPr b="1" i="0" sz="3300" u="none" cap="none" strike="noStrike">
                <a:solidFill>
                  <a:schemeClr val="lt1"/>
                </a:solidFill>
                <a:latin typeface="Century Gothic"/>
                <a:ea typeface="Century Gothic"/>
                <a:cs typeface="Century Gothic"/>
                <a:sym typeface="Century Gothic"/>
              </a:defRPr>
            </a:lvl1pPr>
            <a:lvl2pPr indent="-1244600" lvl="1" marL="914400" marR="0" rtl="0" algn="l">
              <a:spcBef>
                <a:spcPts val="3200"/>
              </a:spcBef>
              <a:spcAft>
                <a:spcPts val="0"/>
              </a:spcAft>
              <a:buClr>
                <a:schemeClr val="dk1"/>
              </a:buClr>
              <a:buSzPts val="16000"/>
              <a:buFont typeface="Arial"/>
              <a:buChar char="–"/>
              <a:defRPr b="0" i="0" sz="16000" u="none" cap="none" strike="noStrike">
                <a:solidFill>
                  <a:schemeClr val="dk1"/>
                </a:solidFill>
                <a:latin typeface="Calibri"/>
                <a:ea typeface="Calibri"/>
                <a:cs typeface="Calibri"/>
                <a:sym typeface="Calibri"/>
              </a:defRPr>
            </a:lvl2pPr>
            <a:lvl3pPr indent="-1104900" lvl="2" marL="1371600" marR="0" rtl="0" algn="l">
              <a:spcBef>
                <a:spcPts val="2800"/>
              </a:spcBef>
              <a:spcAft>
                <a:spcPts val="0"/>
              </a:spcAft>
              <a:buClr>
                <a:schemeClr val="dk1"/>
              </a:buClr>
              <a:buSzPts val="13800"/>
              <a:buFont typeface="Arial"/>
              <a:buChar char="•"/>
              <a:defRPr b="0" i="0" sz="13800" u="none" cap="none" strike="noStrike">
                <a:solidFill>
                  <a:schemeClr val="dk1"/>
                </a:solidFill>
                <a:latin typeface="Calibri"/>
                <a:ea typeface="Calibri"/>
                <a:cs typeface="Calibri"/>
                <a:sym typeface="Calibri"/>
              </a:defRPr>
            </a:lvl3pPr>
            <a:lvl4pPr indent="-958850" lvl="3" marL="1828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4pPr>
            <a:lvl5pPr indent="-958850" lvl="4" marL="22860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7" name="Google Shape;27;p2"/>
          <p:cNvSpPr txBox="1"/>
          <p:nvPr>
            <p:ph idx="13" type="body"/>
          </p:nvPr>
        </p:nvSpPr>
        <p:spPr>
          <a:xfrm>
            <a:off x="36744677" y="6671562"/>
            <a:ext cx="16970100" cy="908700"/>
          </a:xfrm>
          <a:prstGeom prst="rect">
            <a:avLst/>
          </a:prstGeom>
          <a:noFill/>
          <a:ln>
            <a:noFill/>
          </a:ln>
        </p:spPr>
        <p:txBody>
          <a:bodyPr anchorCtr="0" anchor="t" bIns="272075" lIns="272075" spcFirstLastPara="1" rIns="272075" wrap="square" tIns="272075">
            <a:spAutoFit/>
          </a:bodyPr>
          <a:lstStyle>
            <a:lvl1pPr indent="-228600" lvl="0" marL="457200" marR="0" rtl="0" algn="l">
              <a:spcBef>
                <a:spcPts val="500"/>
              </a:spcBef>
              <a:spcAft>
                <a:spcPts val="0"/>
              </a:spcAft>
              <a:buClr>
                <a:srgbClr val="1F3864"/>
              </a:buClr>
              <a:buSzPts val="2300"/>
              <a:buFont typeface="Arial"/>
              <a:buNone/>
              <a:defRPr b="0" i="0" sz="2300" u="none" cap="none" strike="noStrike">
                <a:solidFill>
                  <a:srgbClr val="1F3864"/>
                </a:solidFill>
                <a:latin typeface="Century Gothic"/>
                <a:ea typeface="Century Gothic"/>
                <a:cs typeface="Century Gothic"/>
                <a:sym typeface="Century Gothic"/>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2pPr>
            <a:lvl3pPr indent="-419100" lvl="2" marL="13716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3pPr>
            <a:lvl4pPr indent="-419100" lvl="3" marL="18288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4pPr>
            <a:lvl5pPr indent="-419100" lvl="4" marL="22860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8" name="Google Shape;28;p2"/>
          <p:cNvSpPr txBox="1"/>
          <p:nvPr>
            <p:ph idx="14" type="body"/>
          </p:nvPr>
        </p:nvSpPr>
        <p:spPr>
          <a:xfrm>
            <a:off x="36744677" y="19200128"/>
            <a:ext cx="16970100" cy="732900"/>
          </a:xfrm>
          <a:prstGeom prst="rect">
            <a:avLst/>
          </a:prstGeom>
          <a:solidFill>
            <a:srgbClr val="1F3864"/>
          </a:solidFill>
          <a:ln>
            <a:noFill/>
          </a:ln>
        </p:spPr>
        <p:txBody>
          <a:bodyPr anchorCtr="0" anchor="t" bIns="108825" lIns="108825" spcFirstLastPara="1" rIns="108825" wrap="square" tIns="108825">
            <a:spAutoFit/>
          </a:bodyPr>
          <a:lstStyle>
            <a:lvl1pPr indent="-228600" lvl="0" marL="457200" marR="0" rtl="0" algn="ctr">
              <a:spcBef>
                <a:spcPts val="700"/>
              </a:spcBef>
              <a:spcAft>
                <a:spcPts val="0"/>
              </a:spcAft>
              <a:buClr>
                <a:schemeClr val="lt1"/>
              </a:buClr>
              <a:buSzPts val="3300"/>
              <a:buFont typeface="Arial"/>
              <a:buNone/>
              <a:defRPr b="1" i="0" sz="3300" u="none" cap="none" strike="noStrike">
                <a:solidFill>
                  <a:schemeClr val="lt1"/>
                </a:solidFill>
                <a:latin typeface="Century Gothic"/>
                <a:ea typeface="Century Gothic"/>
                <a:cs typeface="Century Gothic"/>
                <a:sym typeface="Century Gothic"/>
              </a:defRPr>
            </a:lvl1pPr>
            <a:lvl2pPr indent="-1244600" lvl="1" marL="914400" marR="0" rtl="0" algn="l">
              <a:spcBef>
                <a:spcPts val="3200"/>
              </a:spcBef>
              <a:spcAft>
                <a:spcPts val="0"/>
              </a:spcAft>
              <a:buClr>
                <a:schemeClr val="dk1"/>
              </a:buClr>
              <a:buSzPts val="16000"/>
              <a:buFont typeface="Arial"/>
              <a:buChar char="–"/>
              <a:defRPr b="0" i="0" sz="16000" u="none" cap="none" strike="noStrike">
                <a:solidFill>
                  <a:schemeClr val="dk1"/>
                </a:solidFill>
                <a:latin typeface="Calibri"/>
                <a:ea typeface="Calibri"/>
                <a:cs typeface="Calibri"/>
                <a:sym typeface="Calibri"/>
              </a:defRPr>
            </a:lvl2pPr>
            <a:lvl3pPr indent="-1104900" lvl="2" marL="1371600" marR="0" rtl="0" algn="l">
              <a:spcBef>
                <a:spcPts val="2800"/>
              </a:spcBef>
              <a:spcAft>
                <a:spcPts val="0"/>
              </a:spcAft>
              <a:buClr>
                <a:schemeClr val="dk1"/>
              </a:buClr>
              <a:buSzPts val="13800"/>
              <a:buFont typeface="Arial"/>
              <a:buChar char="•"/>
              <a:defRPr b="0" i="0" sz="13800" u="none" cap="none" strike="noStrike">
                <a:solidFill>
                  <a:schemeClr val="dk1"/>
                </a:solidFill>
                <a:latin typeface="Calibri"/>
                <a:ea typeface="Calibri"/>
                <a:cs typeface="Calibri"/>
                <a:sym typeface="Calibri"/>
              </a:defRPr>
            </a:lvl3pPr>
            <a:lvl4pPr indent="-958850" lvl="3" marL="1828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4pPr>
            <a:lvl5pPr indent="-958850" lvl="4" marL="22860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29" name="Google Shape;29;p2"/>
          <p:cNvSpPr txBox="1"/>
          <p:nvPr>
            <p:ph idx="15" type="body"/>
          </p:nvPr>
        </p:nvSpPr>
        <p:spPr>
          <a:xfrm>
            <a:off x="36738388" y="19943923"/>
            <a:ext cx="16976400" cy="908700"/>
          </a:xfrm>
          <a:prstGeom prst="rect">
            <a:avLst/>
          </a:prstGeom>
          <a:noFill/>
          <a:ln>
            <a:noFill/>
          </a:ln>
        </p:spPr>
        <p:txBody>
          <a:bodyPr anchorCtr="0" anchor="t" bIns="272075" lIns="272075" spcFirstLastPara="1" rIns="272075" wrap="square" tIns="272075">
            <a:spAutoFit/>
          </a:bodyPr>
          <a:lstStyle>
            <a:lvl1pPr indent="-228600" lvl="0" marL="457200" marR="0" rtl="0" algn="l">
              <a:spcBef>
                <a:spcPts val="500"/>
              </a:spcBef>
              <a:spcAft>
                <a:spcPts val="0"/>
              </a:spcAft>
              <a:buClr>
                <a:srgbClr val="1F3864"/>
              </a:buClr>
              <a:buSzPts val="2300"/>
              <a:buFont typeface="Arial"/>
              <a:buNone/>
              <a:defRPr b="0" i="0" sz="2300" u="none" cap="none" strike="noStrike">
                <a:solidFill>
                  <a:srgbClr val="1F3864"/>
                </a:solidFill>
                <a:latin typeface="Century Gothic"/>
                <a:ea typeface="Century Gothic"/>
                <a:cs typeface="Century Gothic"/>
                <a:sym typeface="Century Gothic"/>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2pPr>
            <a:lvl3pPr indent="-419100" lvl="2" marL="13716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3pPr>
            <a:lvl4pPr indent="-419100" lvl="3" marL="18288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4pPr>
            <a:lvl5pPr indent="-419100" lvl="4" marL="22860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30" name="Google Shape;30;p2"/>
          <p:cNvSpPr txBox="1"/>
          <p:nvPr>
            <p:ph idx="16" type="body"/>
          </p:nvPr>
        </p:nvSpPr>
        <p:spPr>
          <a:xfrm>
            <a:off x="36744677" y="28514362"/>
            <a:ext cx="16970100" cy="732900"/>
          </a:xfrm>
          <a:prstGeom prst="rect">
            <a:avLst/>
          </a:prstGeom>
          <a:solidFill>
            <a:srgbClr val="1F3864"/>
          </a:solidFill>
          <a:ln>
            <a:noFill/>
          </a:ln>
        </p:spPr>
        <p:txBody>
          <a:bodyPr anchorCtr="0" anchor="t" bIns="108825" lIns="108825" spcFirstLastPara="1" rIns="108825" wrap="square" tIns="108825">
            <a:spAutoFit/>
          </a:bodyPr>
          <a:lstStyle>
            <a:lvl1pPr indent="-228600" lvl="0" marL="457200" marR="0" rtl="0" algn="ctr">
              <a:spcBef>
                <a:spcPts val="700"/>
              </a:spcBef>
              <a:spcAft>
                <a:spcPts val="0"/>
              </a:spcAft>
              <a:buClr>
                <a:schemeClr val="lt1"/>
              </a:buClr>
              <a:buSzPts val="3300"/>
              <a:buFont typeface="Arial"/>
              <a:buNone/>
              <a:defRPr b="1" i="0" sz="3300" u="none" cap="none" strike="noStrike">
                <a:solidFill>
                  <a:schemeClr val="lt1"/>
                </a:solidFill>
                <a:latin typeface="Century Gothic"/>
                <a:ea typeface="Century Gothic"/>
                <a:cs typeface="Century Gothic"/>
                <a:sym typeface="Century Gothic"/>
              </a:defRPr>
            </a:lvl1pPr>
            <a:lvl2pPr indent="-1244600" lvl="1" marL="914400" marR="0" rtl="0" algn="l">
              <a:spcBef>
                <a:spcPts val="3200"/>
              </a:spcBef>
              <a:spcAft>
                <a:spcPts val="0"/>
              </a:spcAft>
              <a:buClr>
                <a:schemeClr val="dk1"/>
              </a:buClr>
              <a:buSzPts val="16000"/>
              <a:buFont typeface="Arial"/>
              <a:buChar char="–"/>
              <a:defRPr b="0" i="0" sz="16000" u="none" cap="none" strike="noStrike">
                <a:solidFill>
                  <a:schemeClr val="dk1"/>
                </a:solidFill>
                <a:latin typeface="Calibri"/>
                <a:ea typeface="Calibri"/>
                <a:cs typeface="Calibri"/>
                <a:sym typeface="Calibri"/>
              </a:defRPr>
            </a:lvl2pPr>
            <a:lvl3pPr indent="-1104900" lvl="2" marL="1371600" marR="0" rtl="0" algn="l">
              <a:spcBef>
                <a:spcPts val="2800"/>
              </a:spcBef>
              <a:spcAft>
                <a:spcPts val="0"/>
              </a:spcAft>
              <a:buClr>
                <a:schemeClr val="dk1"/>
              </a:buClr>
              <a:buSzPts val="13800"/>
              <a:buFont typeface="Arial"/>
              <a:buChar char="•"/>
              <a:defRPr b="0" i="0" sz="13800" u="none" cap="none" strike="noStrike">
                <a:solidFill>
                  <a:schemeClr val="dk1"/>
                </a:solidFill>
                <a:latin typeface="Calibri"/>
                <a:ea typeface="Calibri"/>
                <a:cs typeface="Calibri"/>
                <a:sym typeface="Calibri"/>
              </a:defRPr>
            </a:lvl3pPr>
            <a:lvl4pPr indent="-958850" lvl="3" marL="1828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4pPr>
            <a:lvl5pPr indent="-958850" lvl="4" marL="22860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31" name="Google Shape;31;p2"/>
          <p:cNvSpPr txBox="1"/>
          <p:nvPr>
            <p:ph idx="17" type="body"/>
          </p:nvPr>
        </p:nvSpPr>
        <p:spPr>
          <a:xfrm>
            <a:off x="36744678" y="29353408"/>
            <a:ext cx="16976400" cy="908700"/>
          </a:xfrm>
          <a:prstGeom prst="rect">
            <a:avLst/>
          </a:prstGeom>
          <a:noFill/>
          <a:ln>
            <a:noFill/>
          </a:ln>
        </p:spPr>
        <p:txBody>
          <a:bodyPr anchorCtr="0" anchor="t" bIns="272075" lIns="272075" spcFirstLastPara="1" rIns="272075" wrap="square" tIns="272075">
            <a:spAutoFit/>
          </a:bodyPr>
          <a:lstStyle>
            <a:lvl1pPr indent="-228600" lvl="0" marL="457200" marR="0" rtl="0" algn="l">
              <a:spcBef>
                <a:spcPts val="500"/>
              </a:spcBef>
              <a:spcAft>
                <a:spcPts val="0"/>
              </a:spcAft>
              <a:buClr>
                <a:srgbClr val="1F3864"/>
              </a:buClr>
              <a:buSzPts val="2300"/>
              <a:buFont typeface="Arial"/>
              <a:buNone/>
              <a:defRPr b="0" i="0" sz="2300" u="none" cap="none" strike="noStrike">
                <a:solidFill>
                  <a:srgbClr val="1F3864"/>
                </a:solidFill>
                <a:latin typeface="Century Gothic"/>
                <a:ea typeface="Century Gothic"/>
                <a:cs typeface="Century Gothic"/>
                <a:sym typeface="Century Gothic"/>
              </a:defRPr>
            </a:lvl1pPr>
            <a:lvl2pPr indent="-419100" lvl="1" marL="9144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2pPr>
            <a:lvl3pPr indent="-419100" lvl="2" marL="13716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3pPr>
            <a:lvl4pPr indent="-419100" lvl="3" marL="18288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4pPr>
            <a:lvl5pPr indent="-419100" lvl="4" marL="2286000" marR="0" rtl="0" algn="l">
              <a:spcBef>
                <a:spcPts val="600"/>
              </a:spcBef>
              <a:spcAft>
                <a:spcPts val="0"/>
              </a:spcAft>
              <a:buClr>
                <a:schemeClr val="dk1"/>
              </a:buClr>
              <a:buSzPts val="3000"/>
              <a:buFont typeface="Arial"/>
              <a:buChar char="»"/>
              <a:defRPr b="0" i="0" sz="3000" u="none" cap="none" strike="noStrike">
                <a:solidFill>
                  <a:schemeClr val="dk1"/>
                </a:solidFill>
                <a:latin typeface="Trebuchet MS"/>
                <a:ea typeface="Trebuchet MS"/>
                <a:cs typeface="Trebuchet MS"/>
                <a:sym typeface="Trebuchet MS"/>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32" name="Google Shape;32;p2"/>
          <p:cNvSpPr txBox="1"/>
          <p:nvPr>
            <p:ph idx="18" type="body"/>
          </p:nvPr>
        </p:nvSpPr>
        <p:spPr>
          <a:xfrm>
            <a:off x="7296727" y="1955900"/>
            <a:ext cx="40270500" cy="872100"/>
          </a:xfrm>
          <a:prstGeom prst="rect">
            <a:avLst/>
          </a:prstGeom>
          <a:noFill/>
          <a:ln>
            <a:noFill/>
          </a:ln>
        </p:spPr>
        <p:txBody>
          <a:bodyPr anchorCtr="0" anchor="t" bIns="76175" lIns="152375" spcFirstLastPara="1" rIns="152375" wrap="square" tIns="76175">
            <a:spAutoFit/>
          </a:bodyPr>
          <a:lstStyle>
            <a:lvl1pPr indent="-228600" lvl="0" marL="457200" marR="0" rtl="0" algn="ctr">
              <a:spcBef>
                <a:spcPts val="900"/>
              </a:spcBef>
              <a:spcAft>
                <a:spcPts val="0"/>
              </a:spcAft>
              <a:buClr>
                <a:schemeClr val="lt1"/>
              </a:buClr>
              <a:buSzPts val="4700"/>
              <a:buFont typeface="Arial"/>
              <a:buNone/>
              <a:defRPr b="0" i="0" sz="4700" u="none" cap="none" strike="noStrike">
                <a:solidFill>
                  <a:schemeClr val="lt1"/>
                </a:solidFill>
                <a:latin typeface="Century Gothic"/>
                <a:ea typeface="Century Gothic"/>
                <a:cs typeface="Century Gothic"/>
                <a:sym typeface="Century Gothic"/>
              </a:defRPr>
            </a:lvl1pPr>
            <a:lvl2pPr indent="-228600" lvl="1" marL="9144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2pPr>
            <a:lvl3pPr indent="-228600" lvl="2" marL="13716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3pPr>
            <a:lvl4pPr indent="-228600" lvl="3" marL="18288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4pPr>
            <a:lvl5pPr indent="-228600" lvl="4" marL="22860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33" name="Google Shape;33;p2"/>
          <p:cNvSpPr txBox="1"/>
          <p:nvPr>
            <p:ph idx="19" type="body"/>
          </p:nvPr>
        </p:nvSpPr>
        <p:spPr>
          <a:xfrm>
            <a:off x="7296727" y="3107873"/>
            <a:ext cx="40270500" cy="666900"/>
          </a:xfrm>
          <a:prstGeom prst="rect">
            <a:avLst/>
          </a:prstGeom>
          <a:noFill/>
          <a:ln>
            <a:noFill/>
          </a:ln>
        </p:spPr>
        <p:txBody>
          <a:bodyPr anchorCtr="0" anchor="t" bIns="76175" lIns="152375" spcFirstLastPara="1" rIns="152375" wrap="square" tIns="76175">
            <a:spAutoFit/>
          </a:bodyPr>
          <a:lstStyle>
            <a:lvl1pPr indent="-228600" lvl="0" marL="457200" marR="0" rtl="0" algn="ctr">
              <a:spcBef>
                <a:spcPts val="700"/>
              </a:spcBef>
              <a:spcAft>
                <a:spcPts val="0"/>
              </a:spcAft>
              <a:buClr>
                <a:schemeClr val="lt1"/>
              </a:buClr>
              <a:buSzPts val="3300"/>
              <a:buFont typeface="Arial"/>
              <a:buNone/>
              <a:defRPr b="0" i="0" sz="3300" u="none" cap="none" strike="noStrike">
                <a:solidFill>
                  <a:schemeClr val="lt1"/>
                </a:solidFill>
                <a:latin typeface="Century Gothic"/>
                <a:ea typeface="Century Gothic"/>
                <a:cs typeface="Century Gothic"/>
                <a:sym typeface="Century Gothic"/>
              </a:defRPr>
            </a:lvl1pPr>
            <a:lvl2pPr indent="-228600" lvl="1" marL="9144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2pPr>
            <a:lvl3pPr indent="-228600" lvl="2" marL="13716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3pPr>
            <a:lvl4pPr indent="-228600" lvl="3" marL="18288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4pPr>
            <a:lvl5pPr indent="-228600" lvl="4" marL="22860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
        <p:nvSpPr>
          <p:cNvPr id="34" name="Google Shape;34;p2"/>
          <p:cNvSpPr txBox="1"/>
          <p:nvPr>
            <p:ph idx="20" type="body"/>
          </p:nvPr>
        </p:nvSpPr>
        <p:spPr>
          <a:xfrm>
            <a:off x="7296727" y="393558"/>
            <a:ext cx="40270500" cy="1282500"/>
          </a:xfrm>
          <a:prstGeom prst="rect">
            <a:avLst/>
          </a:prstGeom>
          <a:noFill/>
          <a:ln>
            <a:noFill/>
          </a:ln>
        </p:spPr>
        <p:txBody>
          <a:bodyPr anchorCtr="0" anchor="t" bIns="76175" lIns="152375" spcFirstLastPara="1" rIns="152375" wrap="square" tIns="76175">
            <a:spAutoFit/>
          </a:bodyPr>
          <a:lstStyle>
            <a:lvl1pPr indent="-228600" lvl="0" marL="457200" marR="0" rtl="0" algn="ctr">
              <a:spcBef>
                <a:spcPts val="1500"/>
              </a:spcBef>
              <a:spcAft>
                <a:spcPts val="0"/>
              </a:spcAft>
              <a:buClr>
                <a:schemeClr val="lt1"/>
              </a:buClr>
              <a:buSzPts val="7300"/>
              <a:buFont typeface="Arial"/>
              <a:buNone/>
              <a:defRPr b="1" i="0" sz="7300" u="none" cap="none" strike="noStrike">
                <a:solidFill>
                  <a:schemeClr val="lt1"/>
                </a:solidFill>
                <a:latin typeface="Century Gothic"/>
                <a:ea typeface="Century Gothic"/>
                <a:cs typeface="Century Gothic"/>
                <a:sym typeface="Century Gothic"/>
              </a:defRPr>
            </a:lvl1pPr>
            <a:lvl2pPr indent="-228600" lvl="1" marL="9144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2pPr>
            <a:lvl3pPr indent="-228600" lvl="2" marL="13716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3pPr>
            <a:lvl4pPr indent="-228600" lvl="3" marL="18288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4pPr>
            <a:lvl5pPr indent="-228600" lvl="4" marL="2286000" marR="0" rtl="0" algn="l">
              <a:spcBef>
                <a:spcPts val="2400"/>
              </a:spcBef>
              <a:spcAft>
                <a:spcPts val="0"/>
              </a:spcAft>
              <a:buClr>
                <a:schemeClr val="dk1"/>
              </a:buClr>
              <a:buSzPts val="12000"/>
              <a:buFont typeface="Arial"/>
              <a:buNone/>
              <a:defRPr b="0" i="0" sz="12000" u="none" cap="none" strike="noStrike">
                <a:solidFill>
                  <a:schemeClr val="dk1"/>
                </a:solidFill>
                <a:latin typeface="Calibri"/>
                <a:ea typeface="Calibri"/>
                <a:cs typeface="Calibri"/>
                <a:sym typeface="Calibri"/>
              </a:defRPr>
            </a:lvl5pPr>
            <a:lvl6pPr indent="-958850" lvl="5" marL="27432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6pPr>
            <a:lvl7pPr indent="-958850" lvl="6" marL="32004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7pPr>
            <a:lvl8pPr indent="-958850" lvl="7" marL="36576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8pPr>
            <a:lvl9pPr indent="-958850" lvl="8" marL="4114800" marR="0" rtl="0" algn="l">
              <a:spcBef>
                <a:spcPts val="2300"/>
              </a:spcBef>
              <a:spcAft>
                <a:spcPts val="0"/>
              </a:spcAft>
              <a:buClr>
                <a:schemeClr val="dk1"/>
              </a:buClr>
              <a:buSzPts val="11500"/>
              <a:buFont typeface="Arial"/>
              <a:buChar char="•"/>
              <a:defRPr b="0" i="0" sz="115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s://www.posterpresentations.com/how-to-change-the-research-poster-template-colors.html" TargetMode="External"/><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5173708"/>
            <a:ext cx="54864000" cy="1402200"/>
          </a:xfrm>
          <a:prstGeom prst="rect">
            <a:avLst/>
          </a:prstGeom>
          <a:solidFill>
            <a:srgbClr val="1F3864"/>
          </a:solidFill>
          <a:ln>
            <a:noFill/>
          </a:ln>
        </p:spPr>
        <p:txBody>
          <a:bodyPr anchorCtr="0" anchor="ctr" bIns="76175" lIns="152375" spcFirstLastPara="1" rIns="152375" wrap="square" tIns="76175">
            <a:noAutofit/>
          </a:bodyPr>
          <a:lstStyle/>
          <a:p>
            <a:pPr indent="0" lvl="0" marL="0" marR="0" rtl="0" algn="ctr">
              <a:spcBef>
                <a:spcPts val="0"/>
              </a:spcBef>
              <a:spcAft>
                <a:spcPts val="0"/>
              </a:spcAft>
              <a:buNone/>
            </a:pPr>
            <a:r>
              <a:t/>
            </a:r>
            <a:endParaRPr b="0" i="0" sz="10200" u="none" cap="none" strike="noStrike">
              <a:solidFill>
                <a:schemeClr val="lt1"/>
              </a:solidFill>
              <a:latin typeface="Calibri"/>
              <a:ea typeface="Calibri"/>
              <a:cs typeface="Calibri"/>
              <a:sym typeface="Calibri"/>
            </a:endParaRPr>
          </a:p>
        </p:txBody>
      </p:sp>
      <p:sp>
        <p:nvSpPr>
          <p:cNvPr id="11" name="Google Shape;11;p1"/>
          <p:cNvSpPr txBox="1"/>
          <p:nvPr/>
        </p:nvSpPr>
        <p:spPr>
          <a:xfrm>
            <a:off x="1114142" y="35665913"/>
            <a:ext cx="3143400" cy="399600"/>
          </a:xfrm>
          <a:prstGeom prst="rect">
            <a:avLst/>
          </a:prstGeom>
          <a:noFill/>
          <a:ln>
            <a:noFill/>
          </a:ln>
        </p:spPr>
        <p:txBody>
          <a:bodyPr anchorCtr="0" anchor="t" bIns="54300" lIns="108625" spcFirstLastPara="1" rIns="108625" wrap="square" tIns="54300">
            <a:spAutoFit/>
          </a:bodyPr>
          <a:lstStyle/>
          <a:p>
            <a:pPr indent="0" lvl="0" marL="0" marR="0" rtl="0" algn="l">
              <a:lnSpc>
                <a:spcPct val="65000"/>
              </a:lnSpc>
              <a:spcBef>
                <a:spcPts val="0"/>
              </a:spcBef>
              <a:spcAft>
                <a:spcPts val="0"/>
              </a:spcAft>
              <a:buNone/>
            </a:pPr>
            <a:r>
              <a:rPr b="1" i="0" lang="en-US" sz="700" u="none" cap="none" strike="noStrike">
                <a:solidFill>
                  <a:srgbClr val="BFBFBF"/>
                </a:solidFill>
                <a:latin typeface="Arial"/>
                <a:ea typeface="Arial"/>
                <a:cs typeface="Arial"/>
                <a:sym typeface="Arial"/>
              </a:rPr>
              <a:t>RESEARCH POSTER PRESENTATION DESIGN © 2022</a:t>
            </a:r>
            <a:endParaRPr sz="2300"/>
          </a:p>
          <a:p>
            <a:pPr indent="0" lvl="0" marL="0" marR="0" rtl="0" algn="l">
              <a:lnSpc>
                <a:spcPct val="65000"/>
              </a:lnSpc>
              <a:spcBef>
                <a:spcPts val="700"/>
              </a:spcBef>
              <a:spcAft>
                <a:spcPts val="0"/>
              </a:spcAft>
              <a:buNone/>
            </a:pPr>
            <a:r>
              <a:rPr b="1" i="0" lang="en-US" sz="1300" u="none" cap="none" strike="noStrike">
                <a:solidFill>
                  <a:srgbClr val="BFBFBF"/>
                </a:solidFill>
                <a:latin typeface="Arial"/>
                <a:ea typeface="Arial"/>
                <a:cs typeface="Arial"/>
                <a:sym typeface="Arial"/>
              </a:rPr>
              <a:t>www.PosterPresentations.com</a:t>
            </a:r>
            <a:endParaRPr sz="2300"/>
          </a:p>
        </p:txBody>
      </p:sp>
      <p:graphicFrame>
        <p:nvGraphicFramePr>
          <p:cNvPr id="12" name="Google Shape;12;p1"/>
          <p:cNvGraphicFramePr/>
          <p:nvPr/>
        </p:nvGraphicFramePr>
        <p:xfrm>
          <a:off x="-10674407" y="108857"/>
          <a:ext cx="3000000" cy="3000000"/>
        </p:xfrm>
        <a:graphic>
          <a:graphicData uri="http://schemas.openxmlformats.org/drawingml/2006/table">
            <a:tbl>
              <a:tblPr bandRow="1" firstRow="1">
                <a:noFill/>
                <a:tableStyleId>{21F9DACB-50FE-479A-A142-D5BC2A361630}</a:tableStyleId>
              </a:tblPr>
              <a:tblGrid>
                <a:gridCol w="4359300"/>
                <a:gridCol w="5807125"/>
              </a:tblGrid>
              <a:tr h="1344700">
                <a:tc gridSpan="2">
                  <a:txBody>
                    <a:bodyPr/>
                    <a:lstStyle/>
                    <a:p>
                      <a:pPr indent="0" lvl="0" marL="0" marR="0" rtl="0" algn="ctr">
                        <a:lnSpc>
                          <a:spcPct val="100000"/>
                        </a:lnSpc>
                        <a:spcBef>
                          <a:spcPts val="0"/>
                        </a:spcBef>
                        <a:spcAft>
                          <a:spcPts val="0"/>
                        </a:spcAft>
                        <a:buClr>
                          <a:srgbClr val="1F3A4E"/>
                        </a:buClr>
                        <a:buSzPts val="4000"/>
                        <a:buFont typeface="Arial Black"/>
                        <a:buNone/>
                      </a:pPr>
                      <a:r>
                        <a:rPr b="0" lang="en-US" sz="4000" u="none" cap="none" strike="noStrike">
                          <a:solidFill>
                            <a:srgbClr val="1F3A4E"/>
                          </a:solidFill>
                          <a:latin typeface="Arial Black"/>
                          <a:ea typeface="Arial Black"/>
                          <a:cs typeface="Arial Black"/>
                          <a:sym typeface="Arial Black"/>
                        </a:rPr>
                        <a:t>QUICK START GUIDE</a:t>
                      </a:r>
                      <a:br>
                        <a:rPr b="0" lang="en-US" sz="4000" u="none" cap="none" strike="noStrike">
                          <a:solidFill>
                            <a:srgbClr val="1F3A4E"/>
                          </a:solidFill>
                          <a:latin typeface="Arial Black"/>
                          <a:ea typeface="Arial Black"/>
                          <a:cs typeface="Arial Black"/>
                          <a:sym typeface="Arial Black"/>
                        </a:rPr>
                      </a:br>
                      <a:r>
                        <a:rPr b="1" lang="en-US" sz="3000" u="none" cap="none" strike="noStrike">
                          <a:solidFill>
                            <a:srgbClr val="FF0000"/>
                          </a:solidFill>
                          <a:latin typeface="Trebuchet MS"/>
                          <a:ea typeface="Trebuchet MS"/>
                          <a:cs typeface="Trebuchet MS"/>
                          <a:sym typeface="Trebuchet MS"/>
                        </a:rPr>
                        <a:t>(THIS SIDEBAR WILL NOT PRINT)</a:t>
                      </a:r>
                      <a:endParaRPr b="1" sz="4000" u="none" cap="none" strike="noStrike">
                        <a:solidFill>
                          <a:schemeClr val="lt1"/>
                        </a:solidFill>
                        <a:latin typeface="Trebuchet MS"/>
                        <a:ea typeface="Trebuchet MS"/>
                        <a:cs typeface="Trebuchet MS"/>
                        <a:sym typeface="Trebuchet MS"/>
                      </a:endParaRPr>
                    </a:p>
                  </a:txBody>
                  <a:tcPr marT="228575" marB="76200" marR="152425" marL="304800">
                    <a:solidFill>
                      <a:srgbClr val="FFC000"/>
                    </a:solidFill>
                  </a:tcPr>
                </a:tc>
                <a:tc hMerge="1"/>
              </a:tr>
              <a:tr h="4348200">
                <a:tc gridSpan="2">
                  <a:txBody>
                    <a:bodyPr/>
                    <a:lstStyle/>
                    <a:p>
                      <a:pPr indent="0" lvl="0" marL="0" marR="0" rtl="0" algn="l">
                        <a:spcBef>
                          <a:spcPts val="0"/>
                        </a:spcBef>
                        <a:spcAft>
                          <a:spcPts val="0"/>
                        </a:spcAft>
                        <a:buNone/>
                      </a:pPr>
                      <a:r>
                        <a:rPr i="0" lang="en-US" sz="2300" u="none" cap="none" strike="noStrike">
                          <a:solidFill>
                            <a:srgbClr val="D9D9D9"/>
                          </a:solidFill>
                          <a:latin typeface="Arial"/>
                          <a:ea typeface="Arial"/>
                          <a:cs typeface="Arial"/>
                          <a:sym typeface="Arial"/>
                        </a:rPr>
                        <a:t>This PowerPoint template produces a </a:t>
                      </a:r>
                      <a:r>
                        <a:rPr i="0" lang="en-US" sz="2300" u="none" cap="none" strike="noStrike">
                          <a:solidFill>
                            <a:srgbClr val="FFC000"/>
                          </a:solidFill>
                          <a:latin typeface="Arial"/>
                          <a:ea typeface="Arial"/>
                          <a:cs typeface="Arial"/>
                          <a:sym typeface="Arial"/>
                        </a:rPr>
                        <a:t>48"x72" </a:t>
                      </a:r>
                      <a:r>
                        <a:rPr i="0" lang="en-US" sz="2300" u="none" cap="none" strike="noStrike">
                          <a:solidFill>
                            <a:srgbClr val="D9D9D9"/>
                          </a:solidFill>
                          <a:latin typeface="Arial"/>
                          <a:ea typeface="Arial"/>
                          <a:cs typeface="Arial"/>
                          <a:sym typeface="Arial"/>
                        </a:rPr>
                        <a:t>presentation poster. You can use it to create your research poster by placing your title, subtitle, text, tables, charts and photos. </a:t>
                      </a:r>
                      <a:endParaRPr sz="2300"/>
                    </a:p>
                    <a:p>
                      <a:pPr indent="0" lvl="0" marL="0" marR="0" rtl="0" algn="l">
                        <a:spcBef>
                          <a:spcPts val="0"/>
                        </a:spcBef>
                        <a:spcAft>
                          <a:spcPts val="0"/>
                        </a:spcAft>
                        <a:buNone/>
                      </a:pPr>
                      <a:r>
                        <a:t/>
                      </a:r>
                      <a:endParaRPr i="0" sz="23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i="0" lang="en-US" sz="2300" u="none" cap="none" strike="noStrike">
                          <a:solidFill>
                            <a:srgbClr val="D9D9D9"/>
                          </a:solidFill>
                          <a:latin typeface="Arial"/>
                          <a:ea typeface="Arial"/>
                          <a:cs typeface="Arial"/>
                          <a:sym typeface="Arial"/>
                        </a:rPr>
                        <a:t>We provide a series of online tutorials that will guide you through the poster design process and answer your poster production questions. For complete template tutorials, go online to </a:t>
                      </a:r>
                      <a:r>
                        <a:rPr i="0" lang="en-US" sz="2300" u="none" cap="none" strike="noStrike">
                          <a:solidFill>
                            <a:srgbClr val="FFC000"/>
                          </a:solidFill>
                          <a:latin typeface="Arial"/>
                          <a:ea typeface="Arial"/>
                          <a:cs typeface="Arial"/>
                          <a:sym typeface="Arial"/>
                        </a:rPr>
                        <a:t>PosterPresentations.com</a:t>
                      </a:r>
                      <a:r>
                        <a:rPr i="0" lang="en-US" sz="2300" u="none" cap="none" strike="noStrike">
                          <a:solidFill>
                            <a:srgbClr val="D9D9D9"/>
                          </a:solidFill>
                          <a:latin typeface="Arial"/>
                          <a:ea typeface="Arial"/>
                          <a:cs typeface="Arial"/>
                          <a:sym typeface="Arial"/>
                        </a:rPr>
                        <a:t> and click on the  </a:t>
                      </a:r>
                      <a:r>
                        <a:rPr i="0" lang="en-US" sz="2300" u="none" cap="none" strike="noStrike">
                          <a:solidFill>
                            <a:srgbClr val="FFC000"/>
                          </a:solidFill>
                          <a:latin typeface="Arial"/>
                          <a:ea typeface="Arial"/>
                          <a:cs typeface="Arial"/>
                          <a:sym typeface="Arial"/>
                        </a:rPr>
                        <a:t>HELP DESK</a:t>
                      </a:r>
                      <a:r>
                        <a:rPr i="0" lang="en-US" sz="2300" u="none" cap="none" strike="noStrike">
                          <a:solidFill>
                            <a:srgbClr val="D9D9D9"/>
                          </a:solidFill>
                          <a:latin typeface="Arial"/>
                          <a:ea typeface="Arial"/>
                          <a:cs typeface="Arial"/>
                          <a:sym typeface="Arial"/>
                        </a:rPr>
                        <a:t> tab.</a:t>
                      </a:r>
                      <a:endParaRPr sz="2300"/>
                    </a:p>
                    <a:p>
                      <a:pPr indent="0" lvl="0" marL="0" marR="0" rtl="0" algn="l">
                        <a:spcBef>
                          <a:spcPts val="0"/>
                        </a:spcBef>
                        <a:spcAft>
                          <a:spcPts val="0"/>
                        </a:spcAft>
                        <a:buNone/>
                      </a:pPr>
                      <a:r>
                        <a:t/>
                      </a:r>
                      <a:endParaRPr i="0" sz="2300" u="none" cap="none" strike="noStrike">
                        <a:solidFill>
                          <a:srgbClr val="D9D9D9"/>
                        </a:solidFill>
                        <a:latin typeface="Arial"/>
                        <a:ea typeface="Arial"/>
                        <a:cs typeface="Arial"/>
                        <a:sym typeface="Arial"/>
                      </a:endParaRPr>
                    </a:p>
                    <a:p>
                      <a:pPr indent="0" lvl="0" marL="0" marR="0" rtl="0" algn="l">
                        <a:spcBef>
                          <a:spcPts val="0"/>
                        </a:spcBef>
                        <a:spcAft>
                          <a:spcPts val="0"/>
                        </a:spcAft>
                        <a:buNone/>
                      </a:pPr>
                      <a:r>
                        <a:rPr i="0" lang="en-US" sz="2300" u="none" cap="none" strike="noStrike">
                          <a:solidFill>
                            <a:srgbClr val="D9D9D9"/>
                          </a:solidFill>
                          <a:latin typeface="Arial"/>
                          <a:ea typeface="Arial"/>
                          <a:cs typeface="Arial"/>
                          <a:sym typeface="Arial"/>
                        </a:rPr>
                        <a:t>To print your poster using our same-day professional printing service, go online to </a:t>
                      </a:r>
                      <a:r>
                        <a:rPr i="0" lang="en-US" sz="2300" u="none" cap="none" strike="noStrike">
                          <a:solidFill>
                            <a:srgbClr val="FFC000"/>
                          </a:solidFill>
                          <a:latin typeface="Arial"/>
                          <a:ea typeface="Arial"/>
                          <a:cs typeface="Arial"/>
                          <a:sym typeface="Arial"/>
                        </a:rPr>
                        <a:t>PosterPresentations.com</a:t>
                      </a:r>
                      <a:r>
                        <a:rPr i="0" lang="en-US" sz="2300" u="none" cap="none" strike="noStrike">
                          <a:solidFill>
                            <a:srgbClr val="D9D9D9"/>
                          </a:solidFill>
                          <a:latin typeface="Arial"/>
                          <a:ea typeface="Arial"/>
                          <a:cs typeface="Arial"/>
                          <a:sym typeface="Arial"/>
                        </a:rPr>
                        <a:t> and click on "</a:t>
                      </a:r>
                      <a:r>
                        <a:rPr i="0" lang="en-US" sz="2300" u="none" cap="none" strike="noStrike">
                          <a:solidFill>
                            <a:srgbClr val="FFC000"/>
                          </a:solidFill>
                          <a:latin typeface="Arial"/>
                          <a:ea typeface="Arial"/>
                          <a:cs typeface="Arial"/>
                          <a:sym typeface="Arial"/>
                        </a:rPr>
                        <a:t>Order your poster</a:t>
                      </a:r>
                      <a:r>
                        <a:rPr i="0" lang="en-US" sz="2300" u="none" cap="none" strike="noStrike">
                          <a:solidFill>
                            <a:srgbClr val="D9D9D9"/>
                          </a:solidFill>
                          <a:latin typeface="Arial"/>
                          <a:ea typeface="Arial"/>
                          <a:cs typeface="Arial"/>
                          <a:sym typeface="Arial"/>
                        </a:rPr>
                        <a:t>".</a:t>
                      </a:r>
                      <a:endParaRPr b="1" sz="2300" u="none" cap="none" strike="noStrike">
                        <a:solidFill>
                          <a:srgbClr val="D9D9D9"/>
                        </a:solidFill>
                        <a:latin typeface="Arial"/>
                        <a:ea typeface="Arial"/>
                        <a:cs typeface="Arial"/>
                        <a:sym typeface="Arial"/>
                      </a:endParaRPr>
                    </a:p>
                  </a:txBody>
                  <a:tcPr marT="228575" marB="76200" marR="152425" marL="304800">
                    <a:solidFill>
                      <a:srgbClr val="010101"/>
                    </a:solidFill>
                  </a:tcPr>
                </a:tc>
                <a:tc hMerge="1"/>
              </a:tr>
              <a:tr h="5186425">
                <a:tc>
                  <a:txBody>
                    <a:bodyPr/>
                    <a:lstStyle/>
                    <a:p>
                      <a:pPr indent="0" lvl="0" marL="0" marR="0" rtl="0" algn="ctr">
                        <a:spcBef>
                          <a:spcPts val="0"/>
                        </a:spcBef>
                        <a:spcAft>
                          <a:spcPts val="0"/>
                        </a:spcAft>
                        <a:buNone/>
                      </a:pPr>
                      <a:r>
                        <a:t/>
                      </a:r>
                      <a:endParaRPr sz="2300" u="none" cap="none" strike="noStrike">
                        <a:solidFill>
                          <a:srgbClr val="1F3A4E"/>
                        </a:solidFill>
                      </a:endParaRPr>
                    </a:p>
                    <a:p>
                      <a:pPr indent="0" lvl="0" marL="0" marR="0" rtl="0" algn="ctr">
                        <a:spcBef>
                          <a:spcPts val="0"/>
                        </a:spcBef>
                        <a:spcAft>
                          <a:spcPts val="0"/>
                        </a:spcAft>
                        <a:buNone/>
                      </a:pPr>
                      <a:r>
                        <a:t/>
                      </a:r>
                      <a:endParaRPr sz="2300" u="none" cap="none" strike="noStrike">
                        <a:solidFill>
                          <a:srgbClr val="1F3A4E"/>
                        </a:solidFill>
                      </a:endParaRPr>
                    </a:p>
                    <a:p>
                      <a:pPr indent="0" lvl="0" marL="0" marR="0" rtl="0" algn="ctr">
                        <a:spcBef>
                          <a:spcPts val="0"/>
                        </a:spcBef>
                        <a:spcAft>
                          <a:spcPts val="0"/>
                        </a:spcAft>
                        <a:buNone/>
                      </a:pPr>
                      <a:r>
                        <a:rPr lang="en-US" sz="2300" u="none" cap="none" strike="noStrike">
                          <a:solidFill>
                            <a:schemeClr val="lt1"/>
                          </a:solidFill>
                          <a:latin typeface="Arial"/>
                          <a:ea typeface="Arial"/>
                          <a:cs typeface="Arial"/>
                          <a:sym typeface="Arial"/>
                        </a:rPr>
                        <a:t>This is a template for a</a:t>
                      </a:r>
                      <a:br>
                        <a:rPr lang="en-US" sz="2300" u="none" cap="none" strike="noStrike">
                          <a:solidFill>
                            <a:schemeClr val="lt1"/>
                          </a:solidFill>
                          <a:latin typeface="Arial"/>
                          <a:ea typeface="Arial"/>
                          <a:cs typeface="Arial"/>
                          <a:sym typeface="Arial"/>
                        </a:rPr>
                      </a:br>
                      <a:r>
                        <a:rPr lang="en-US" sz="2300" u="none" cap="none" strike="noStrike">
                          <a:solidFill>
                            <a:schemeClr val="lt1"/>
                          </a:solidFill>
                          <a:latin typeface="Arial"/>
                          <a:ea typeface="Arial"/>
                          <a:cs typeface="Arial"/>
                          <a:sym typeface="Arial"/>
                        </a:rPr>
                        <a:t>presentation poster</a:t>
                      </a:r>
                      <a:br>
                        <a:rPr lang="en-US" sz="2300" u="none" cap="none" strike="noStrike">
                          <a:solidFill>
                            <a:schemeClr val="lt1"/>
                          </a:solidFill>
                          <a:latin typeface="Arial"/>
                          <a:ea typeface="Arial"/>
                          <a:cs typeface="Arial"/>
                          <a:sym typeface="Arial"/>
                        </a:rPr>
                      </a:br>
                      <a:r>
                        <a:rPr b="1" lang="en-US" sz="4000" u="none" cap="none" strike="noStrike">
                          <a:solidFill>
                            <a:srgbClr val="FFC000"/>
                          </a:solidFill>
                          <a:latin typeface="Arial"/>
                          <a:ea typeface="Arial"/>
                          <a:cs typeface="Arial"/>
                          <a:sym typeface="Arial"/>
                        </a:rPr>
                        <a:t>48 inches tall</a:t>
                      </a:r>
                      <a:br>
                        <a:rPr b="1" lang="en-US" sz="4000" u="none" cap="none" strike="noStrike">
                          <a:solidFill>
                            <a:srgbClr val="FFC000"/>
                          </a:solidFill>
                          <a:latin typeface="Arial"/>
                          <a:ea typeface="Arial"/>
                          <a:cs typeface="Arial"/>
                          <a:sym typeface="Arial"/>
                        </a:rPr>
                      </a:br>
                      <a:r>
                        <a:rPr b="1" lang="en-US" sz="4000" u="none" cap="none" strike="noStrike">
                          <a:solidFill>
                            <a:srgbClr val="FFC000"/>
                          </a:solidFill>
                          <a:latin typeface="Arial"/>
                          <a:ea typeface="Arial"/>
                          <a:cs typeface="Arial"/>
                          <a:sym typeface="Arial"/>
                        </a:rPr>
                        <a:t>by</a:t>
                      </a:r>
                      <a:br>
                        <a:rPr b="1" lang="en-US" sz="4000" u="none" cap="none" strike="noStrike">
                          <a:solidFill>
                            <a:srgbClr val="FFC000"/>
                          </a:solidFill>
                          <a:latin typeface="Arial"/>
                          <a:ea typeface="Arial"/>
                          <a:cs typeface="Arial"/>
                          <a:sym typeface="Arial"/>
                        </a:rPr>
                      </a:br>
                      <a:r>
                        <a:rPr b="1" lang="en-US" sz="4000" u="none" cap="none" strike="noStrike">
                          <a:solidFill>
                            <a:srgbClr val="FFC000"/>
                          </a:solidFill>
                          <a:latin typeface="Arial"/>
                          <a:ea typeface="Arial"/>
                          <a:cs typeface="Arial"/>
                          <a:sym typeface="Arial"/>
                        </a:rPr>
                        <a:t>72 inches wide</a:t>
                      </a:r>
                      <a:br>
                        <a:rPr lang="en-US" sz="2300" u="none" cap="none" strike="noStrike">
                          <a:solidFill>
                            <a:schemeClr val="lt1"/>
                          </a:solidFill>
                          <a:latin typeface="Arial"/>
                          <a:ea typeface="Arial"/>
                          <a:cs typeface="Arial"/>
                          <a:sym typeface="Arial"/>
                        </a:rPr>
                      </a:br>
                      <a:endParaRPr sz="2300" u="none" cap="none" strike="noStrike">
                        <a:solidFill>
                          <a:srgbClr val="1F3A4E"/>
                        </a:solidFill>
                      </a:endParaRPr>
                    </a:p>
                  </a:txBody>
                  <a:tcPr marT="76200" marB="76200" marR="152425" marL="152425">
                    <a:solidFill>
                      <a:srgbClr val="010101"/>
                    </a:solidFill>
                  </a:tcPr>
                </a:tc>
                <a:tc>
                  <a:txBody>
                    <a:bodyPr/>
                    <a:lstStyle/>
                    <a:p>
                      <a:pPr indent="0" lvl="0" marL="0" marR="0" rtl="0" algn="l">
                        <a:lnSpc>
                          <a:spcPct val="100000"/>
                        </a:lnSpc>
                        <a:spcBef>
                          <a:spcPts val="0"/>
                        </a:spcBef>
                        <a:spcAft>
                          <a:spcPts val="0"/>
                        </a:spcAft>
                        <a:buClr>
                          <a:srgbClr val="FFC000"/>
                        </a:buClr>
                        <a:buSzPts val="2700"/>
                        <a:buFont typeface="Arial"/>
                        <a:buNone/>
                      </a:pPr>
                      <a:r>
                        <a:rPr b="1" lang="en-US" sz="2700" u="none" cap="none" strike="noStrike">
                          <a:solidFill>
                            <a:srgbClr val="FFC000"/>
                          </a:solidFill>
                          <a:latin typeface="Arial"/>
                          <a:ea typeface="Arial"/>
                          <a:cs typeface="Arial"/>
                          <a:sym typeface="Arial"/>
                        </a:rPr>
                        <a:t>Important: </a:t>
                      </a:r>
                      <a:br>
                        <a:rPr b="1" lang="en-US" sz="2700" u="none" cap="none" strike="noStrike">
                          <a:solidFill>
                            <a:srgbClr val="FFC000"/>
                          </a:solidFill>
                          <a:latin typeface="Arial"/>
                          <a:ea typeface="Arial"/>
                          <a:cs typeface="Arial"/>
                          <a:sym typeface="Arial"/>
                        </a:rPr>
                      </a:br>
                      <a:r>
                        <a:rPr b="1" lang="en-US" sz="2700" u="none" cap="none" strike="noStrike">
                          <a:solidFill>
                            <a:srgbClr val="FFC000"/>
                          </a:solidFill>
                          <a:latin typeface="Arial"/>
                          <a:ea typeface="Arial"/>
                          <a:cs typeface="Arial"/>
                          <a:sym typeface="Arial"/>
                        </a:rPr>
                        <a:t>Check the template size</a:t>
                      </a:r>
                      <a:br>
                        <a:rPr b="0" lang="en-US" sz="2300" u="none" cap="none" strike="noStrike">
                          <a:solidFill>
                            <a:srgbClr val="FFC000"/>
                          </a:solidFill>
                          <a:latin typeface="Arial"/>
                          <a:ea typeface="Arial"/>
                          <a:cs typeface="Arial"/>
                          <a:sym typeface="Arial"/>
                        </a:rPr>
                      </a:br>
                      <a:r>
                        <a:rPr b="0" lang="en-US" sz="2300" u="none" cap="none" strike="noStrike">
                          <a:solidFill>
                            <a:srgbClr val="D9D9D9"/>
                          </a:solidFill>
                          <a:latin typeface="Arial"/>
                          <a:ea typeface="Arial"/>
                          <a:cs typeface="Arial"/>
                          <a:sym typeface="Arial"/>
                        </a:rPr>
                        <a:t>Before you start working on your poster and to avoid printing problems check that you have downloaded and that you are using the correct size template for your poster presentation.</a:t>
                      </a:r>
                      <a:br>
                        <a:rPr b="0" lang="en-US" sz="2300" u="none" cap="none" strike="noStrike">
                          <a:solidFill>
                            <a:srgbClr val="D9D9D9"/>
                          </a:solidFill>
                          <a:latin typeface="Arial"/>
                          <a:ea typeface="Arial"/>
                          <a:cs typeface="Arial"/>
                          <a:sym typeface="Arial"/>
                        </a:rPr>
                      </a:br>
                      <a:r>
                        <a:rPr b="0" lang="en-US" sz="2300" u="none" cap="none" strike="noStrike">
                          <a:solidFill>
                            <a:srgbClr val="D9D9D9"/>
                          </a:solidFill>
                          <a:latin typeface="Arial"/>
                          <a:ea typeface="Arial"/>
                          <a:cs typeface="Arial"/>
                          <a:sym typeface="Arial"/>
                        </a:rPr>
                        <a:t>This template can also be printed at the following sizes without distortion and without any additional formatting:</a:t>
                      </a:r>
                      <a:br>
                        <a:rPr b="0" lang="en-US" sz="2300" u="none" cap="none" strike="noStrike">
                          <a:solidFill>
                            <a:srgbClr val="D9D9D9"/>
                          </a:solidFill>
                          <a:latin typeface="Arial"/>
                          <a:ea typeface="Arial"/>
                          <a:cs typeface="Arial"/>
                          <a:sym typeface="Arial"/>
                        </a:rPr>
                      </a:br>
                      <a:r>
                        <a:rPr b="0" lang="en-US" sz="2300" u="none" cap="none" strike="noStrike">
                          <a:solidFill>
                            <a:srgbClr val="FFC000"/>
                          </a:solidFill>
                          <a:latin typeface="Arial"/>
                          <a:ea typeface="Arial"/>
                          <a:cs typeface="Arial"/>
                          <a:sym typeface="Arial"/>
                        </a:rPr>
                        <a:t>24 tall x 36 wide</a:t>
                      </a:r>
                      <a:br>
                        <a:rPr b="0" lang="en-US" sz="2300" u="none" cap="none" strike="noStrike">
                          <a:solidFill>
                            <a:srgbClr val="FFC000"/>
                          </a:solidFill>
                          <a:latin typeface="Arial"/>
                          <a:ea typeface="Arial"/>
                          <a:cs typeface="Arial"/>
                          <a:sym typeface="Arial"/>
                        </a:rPr>
                      </a:br>
                      <a:r>
                        <a:rPr b="0" lang="en-US" sz="2300" u="none" cap="none" strike="noStrike">
                          <a:solidFill>
                            <a:srgbClr val="FFC000"/>
                          </a:solidFill>
                          <a:latin typeface="Arial"/>
                          <a:ea typeface="Arial"/>
                          <a:cs typeface="Arial"/>
                          <a:sym typeface="Arial"/>
                        </a:rPr>
                        <a:t>42 tall x 63 wide</a:t>
                      </a:r>
                      <a:endParaRPr sz="2300"/>
                    </a:p>
                  </a:txBody>
                  <a:tcPr marT="228575" marB="76200" marR="152425" marL="304800">
                    <a:solidFill>
                      <a:srgbClr val="010101"/>
                    </a:solidFill>
                  </a:tcPr>
                </a:tc>
              </a:tr>
              <a:tr h="5081625">
                <a:tc>
                  <a:txBody>
                    <a:bodyPr/>
                    <a:lstStyle/>
                    <a:p>
                      <a:pPr indent="0" lvl="0" marL="0" marR="0" rtl="0" algn="l">
                        <a:spcBef>
                          <a:spcPts val="0"/>
                        </a:spcBef>
                        <a:spcAft>
                          <a:spcPts val="0"/>
                        </a:spcAft>
                        <a:buNone/>
                      </a:pPr>
                      <a:r>
                        <a:t/>
                      </a:r>
                      <a:endParaRPr sz="2300">
                        <a:solidFill>
                          <a:srgbClr val="1F3A4E"/>
                        </a:solidFill>
                      </a:endParaRPr>
                    </a:p>
                  </a:txBody>
                  <a:tcPr marT="76200" marB="76200" marR="152425" marL="152425"/>
                </a:tc>
                <a:tc>
                  <a:txBody>
                    <a:bodyPr/>
                    <a:lstStyle/>
                    <a:p>
                      <a:pPr indent="0" lvl="0" marL="0" marR="0" rtl="0" algn="l">
                        <a:spcBef>
                          <a:spcPts val="0"/>
                        </a:spcBef>
                        <a:spcAft>
                          <a:spcPts val="0"/>
                        </a:spcAft>
                        <a:buNone/>
                      </a:pPr>
                      <a:r>
                        <a:rPr b="1" lang="en-US" sz="2700">
                          <a:solidFill>
                            <a:srgbClr val="FFC000"/>
                          </a:solidFill>
                          <a:latin typeface="Arial"/>
                          <a:ea typeface="Arial"/>
                          <a:cs typeface="Arial"/>
                          <a:sym typeface="Arial"/>
                        </a:rPr>
                        <a:t>How to </a:t>
                      </a:r>
                      <a:r>
                        <a:rPr b="1" lang="en-US" sz="4700">
                          <a:solidFill>
                            <a:srgbClr val="FFC000"/>
                          </a:solidFill>
                          <a:latin typeface="Arial"/>
                          <a:ea typeface="Arial"/>
                          <a:cs typeface="Arial"/>
                          <a:sym typeface="Arial"/>
                        </a:rPr>
                        <a:t>Zoom in </a:t>
                      </a:r>
                      <a:r>
                        <a:rPr b="1" lang="en-US" sz="2700">
                          <a:solidFill>
                            <a:srgbClr val="FFC000"/>
                          </a:solidFill>
                          <a:latin typeface="Arial"/>
                          <a:ea typeface="Arial"/>
                          <a:cs typeface="Arial"/>
                          <a:sym typeface="Arial"/>
                        </a:rPr>
                        <a:t>and </a:t>
                      </a:r>
                      <a:r>
                        <a:rPr b="1" lang="en-US" sz="2000">
                          <a:solidFill>
                            <a:srgbClr val="FFC000"/>
                          </a:solidFill>
                          <a:latin typeface="Arial"/>
                          <a:ea typeface="Arial"/>
                          <a:cs typeface="Arial"/>
                          <a:sym typeface="Arial"/>
                        </a:rPr>
                        <a:t>out</a:t>
                      </a:r>
                      <a:endParaRPr b="1" sz="2700">
                        <a:solidFill>
                          <a:srgbClr val="FFC000"/>
                        </a:solidFill>
                        <a:latin typeface="Arial"/>
                        <a:ea typeface="Arial"/>
                        <a:cs typeface="Arial"/>
                        <a:sym typeface="Arial"/>
                      </a:endParaRPr>
                    </a:p>
                    <a:p>
                      <a:pPr indent="0" lvl="0" marL="0" marR="0" rtl="0" algn="l">
                        <a:spcBef>
                          <a:spcPts val="0"/>
                        </a:spcBef>
                        <a:spcAft>
                          <a:spcPts val="0"/>
                        </a:spcAft>
                        <a:buNone/>
                      </a:pPr>
                      <a:r>
                        <a:rPr b="0" lang="en-US" sz="2300">
                          <a:solidFill>
                            <a:srgbClr val="D9D9D9"/>
                          </a:solidFill>
                          <a:latin typeface="Arial"/>
                          <a:ea typeface="Arial"/>
                          <a:cs typeface="Arial"/>
                          <a:sym typeface="Arial"/>
                        </a:rPr>
                        <a:t>Use the PowerPoint zoom tool to adjust the screen magnification to view comfortably. PowerPoint provides 2 ways to zoom: </a:t>
                      </a:r>
                      <a:br>
                        <a:rPr b="0" lang="en-US" sz="2300">
                          <a:solidFill>
                            <a:srgbClr val="D9D9D9"/>
                          </a:solidFill>
                          <a:latin typeface="Arial"/>
                          <a:ea typeface="Arial"/>
                          <a:cs typeface="Arial"/>
                          <a:sym typeface="Arial"/>
                        </a:rPr>
                      </a:br>
                      <a:r>
                        <a:rPr b="0" lang="en-US" sz="2300">
                          <a:solidFill>
                            <a:srgbClr val="FFC000"/>
                          </a:solidFill>
                          <a:latin typeface="Arial"/>
                          <a:ea typeface="Arial"/>
                          <a:cs typeface="Arial"/>
                          <a:sym typeface="Arial"/>
                        </a:rPr>
                        <a:t>1. </a:t>
                      </a:r>
                      <a:r>
                        <a:rPr b="0" lang="en-US" sz="2300">
                          <a:solidFill>
                            <a:srgbClr val="D9D9D9"/>
                          </a:solidFill>
                          <a:latin typeface="Arial"/>
                          <a:ea typeface="Arial"/>
                          <a:cs typeface="Arial"/>
                          <a:sym typeface="Arial"/>
                        </a:rPr>
                        <a:t>On the top menu bar click on the VIEW tab and then click on ZOOM. Choose the zoom percentage that works best for you. </a:t>
                      </a:r>
                      <a:br>
                        <a:rPr b="0" lang="en-US" sz="2300">
                          <a:solidFill>
                            <a:srgbClr val="D9D9D9"/>
                          </a:solidFill>
                          <a:latin typeface="Arial"/>
                          <a:ea typeface="Arial"/>
                          <a:cs typeface="Arial"/>
                          <a:sym typeface="Arial"/>
                        </a:rPr>
                      </a:br>
                      <a:r>
                        <a:rPr b="0" lang="en-US" sz="2300">
                          <a:solidFill>
                            <a:srgbClr val="FFC000"/>
                          </a:solidFill>
                          <a:latin typeface="Arial"/>
                          <a:ea typeface="Arial"/>
                          <a:cs typeface="Arial"/>
                          <a:sym typeface="Arial"/>
                        </a:rPr>
                        <a:t>2. </a:t>
                      </a:r>
                      <a:r>
                        <a:rPr b="0" lang="en-US" sz="2300">
                          <a:solidFill>
                            <a:srgbClr val="D9D9D9"/>
                          </a:solidFill>
                          <a:latin typeface="Arial"/>
                          <a:ea typeface="Arial"/>
                          <a:cs typeface="Arial"/>
                          <a:sym typeface="Arial"/>
                        </a:rPr>
                        <a:t>For better zoom flexibility, use the zoom slider at the bottom right of the window.</a:t>
                      </a:r>
                      <a:endParaRPr sz="2300"/>
                    </a:p>
                  </a:txBody>
                  <a:tcPr marT="228575" marB="76200" marR="152425" marL="304800">
                    <a:solidFill>
                      <a:srgbClr val="010101"/>
                    </a:solidFill>
                  </a:tcPr>
                </a:tc>
              </a:tr>
              <a:tr h="2409825">
                <a:tc gridSpan="2">
                  <a:txBody>
                    <a:bodyPr/>
                    <a:lstStyle/>
                    <a:p>
                      <a:pPr indent="0" lvl="0" marL="0" marR="0" rtl="0" algn="l">
                        <a:lnSpc>
                          <a:spcPct val="100000"/>
                        </a:lnSpc>
                        <a:spcBef>
                          <a:spcPts val="0"/>
                        </a:spcBef>
                        <a:spcAft>
                          <a:spcPts val="0"/>
                        </a:spcAft>
                        <a:buClr>
                          <a:srgbClr val="FFC000"/>
                        </a:buClr>
                        <a:buSzPts val="2700"/>
                        <a:buFont typeface="Arial"/>
                        <a:buNone/>
                      </a:pPr>
                      <a:r>
                        <a:rPr b="1" lang="en-US" sz="2700">
                          <a:solidFill>
                            <a:srgbClr val="FFC000"/>
                          </a:solidFill>
                          <a:latin typeface="Arial"/>
                          <a:ea typeface="Arial"/>
                          <a:cs typeface="Arial"/>
                          <a:sym typeface="Arial"/>
                        </a:rPr>
                        <a:t>Ruler and Guides</a:t>
                      </a:r>
                      <a:br>
                        <a:rPr b="0" lang="en-US" sz="2300">
                          <a:solidFill>
                            <a:srgbClr val="FFC000"/>
                          </a:solidFill>
                          <a:latin typeface="Arial"/>
                          <a:ea typeface="Arial"/>
                          <a:cs typeface="Arial"/>
                          <a:sym typeface="Arial"/>
                        </a:rPr>
                      </a:br>
                      <a:r>
                        <a:rPr b="0" lang="en-US" sz="2300">
                          <a:solidFill>
                            <a:srgbClr val="D9D9D9"/>
                          </a:solidFill>
                          <a:latin typeface="Arial"/>
                          <a:ea typeface="Arial"/>
                          <a:cs typeface="Arial"/>
                          <a:sym typeface="Arial"/>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endParaRPr sz="2300"/>
                    </a:p>
                  </a:txBody>
                  <a:tcPr marT="76200" marB="76200" marR="152425" marL="152425">
                    <a:solidFill>
                      <a:srgbClr val="010101"/>
                    </a:solidFill>
                  </a:tcPr>
                </a:tc>
                <a:tc hMerge="1"/>
              </a:tr>
              <a:tr h="4767300">
                <a:tc>
                  <a:txBody>
                    <a:bodyPr/>
                    <a:lstStyle/>
                    <a:p>
                      <a:pPr indent="0" lvl="0" marL="0" marR="0" rtl="0" algn="l">
                        <a:spcBef>
                          <a:spcPts val="0"/>
                        </a:spcBef>
                        <a:spcAft>
                          <a:spcPts val="0"/>
                        </a:spcAft>
                        <a:buNone/>
                      </a:pPr>
                      <a:r>
                        <a:t/>
                      </a:r>
                      <a:endParaRPr sz="2300">
                        <a:solidFill>
                          <a:srgbClr val="1F3A4E"/>
                        </a:solidFill>
                      </a:endParaRPr>
                    </a:p>
                  </a:txBody>
                  <a:tcPr marT="76200" marB="76200" marR="152425" marL="152425"/>
                </a:tc>
                <a:tc>
                  <a:txBody>
                    <a:bodyPr/>
                    <a:lstStyle/>
                    <a:p>
                      <a:pPr indent="0" lvl="1" marL="0" marR="0" rtl="0" algn="l">
                        <a:spcBef>
                          <a:spcPts val="0"/>
                        </a:spcBef>
                        <a:spcAft>
                          <a:spcPts val="0"/>
                        </a:spcAft>
                        <a:buNone/>
                      </a:pPr>
                      <a:r>
                        <a:rPr b="1" lang="en-US" sz="2700" u="none" cap="none" strike="noStrike">
                          <a:solidFill>
                            <a:srgbClr val="FFC000"/>
                          </a:solidFill>
                          <a:latin typeface="Arial"/>
                          <a:ea typeface="Arial"/>
                          <a:cs typeface="Arial"/>
                          <a:sym typeface="Arial"/>
                        </a:rPr>
                        <a:t>Headers and text containers</a:t>
                      </a:r>
                      <a:br>
                        <a:rPr b="0" lang="en-US" sz="2300" u="none" cap="none" strike="noStrike">
                          <a:solidFill>
                            <a:schemeClr val="lt1"/>
                          </a:solidFill>
                          <a:latin typeface="Arial"/>
                          <a:ea typeface="Arial"/>
                          <a:cs typeface="Arial"/>
                          <a:sym typeface="Arial"/>
                        </a:rPr>
                      </a:br>
                      <a:r>
                        <a:rPr b="0" lang="en-US" sz="2300" u="none" cap="none" strike="noStrike">
                          <a:solidFill>
                            <a:srgbClr val="D9D9D9"/>
                          </a:solidFill>
                          <a:latin typeface="Arial"/>
                          <a:ea typeface="Arial"/>
                          <a:cs typeface="Arial"/>
                          <a:sym typeface="Arial"/>
                        </a:rPr>
                        <a:t>Included in this template are commonly used section headers such as Abstract, Objectives, Methods, Results, etc. </a:t>
                      </a:r>
                      <a:br>
                        <a:rPr b="0" lang="en-US" sz="2300" u="none" cap="none" strike="noStrike">
                          <a:solidFill>
                            <a:schemeClr val="lt1"/>
                          </a:solidFill>
                          <a:latin typeface="Arial"/>
                          <a:ea typeface="Arial"/>
                          <a:cs typeface="Arial"/>
                          <a:sym typeface="Arial"/>
                        </a:rPr>
                      </a:br>
                      <a:r>
                        <a:rPr b="0" lang="en-US" sz="2300" u="none" cap="none" strike="noStrike">
                          <a:solidFill>
                            <a:srgbClr val="FFC000"/>
                          </a:solidFill>
                          <a:latin typeface="Arial"/>
                          <a:ea typeface="Arial"/>
                          <a:cs typeface="Arial"/>
                          <a:sym typeface="Arial"/>
                        </a:rPr>
                        <a:t>-</a:t>
                      </a:r>
                      <a:r>
                        <a:rPr b="0" lang="en-US" sz="2300" u="none" cap="none" strike="noStrike">
                          <a:solidFill>
                            <a:schemeClr val="lt1"/>
                          </a:solidFill>
                          <a:latin typeface="Arial"/>
                          <a:ea typeface="Arial"/>
                          <a:cs typeface="Arial"/>
                          <a:sym typeface="Arial"/>
                        </a:rPr>
                        <a:t> </a:t>
                      </a:r>
                      <a:r>
                        <a:rPr b="0" lang="en-US" sz="2300" u="none" cap="none" strike="noStrike">
                          <a:solidFill>
                            <a:srgbClr val="D9D9D9"/>
                          </a:solidFill>
                          <a:latin typeface="Arial"/>
                          <a:ea typeface="Arial"/>
                          <a:cs typeface="Arial"/>
                          <a:sym typeface="Arial"/>
                        </a:rPr>
                        <a:t>Click inside a section header to add its text. </a:t>
                      </a:r>
                      <a:br>
                        <a:rPr b="0" lang="en-US" sz="2300" u="none" cap="none" strike="noStrike">
                          <a:solidFill>
                            <a:schemeClr val="lt1"/>
                          </a:solidFill>
                          <a:latin typeface="Arial"/>
                          <a:ea typeface="Arial"/>
                          <a:cs typeface="Arial"/>
                          <a:sym typeface="Arial"/>
                        </a:rPr>
                      </a:br>
                      <a:r>
                        <a:rPr b="0" lang="en-US" sz="2300" u="none" cap="none" strike="noStrike">
                          <a:solidFill>
                            <a:srgbClr val="FFC000"/>
                          </a:solidFill>
                          <a:latin typeface="Arial"/>
                          <a:ea typeface="Arial"/>
                          <a:cs typeface="Arial"/>
                          <a:sym typeface="Arial"/>
                        </a:rPr>
                        <a:t>-</a:t>
                      </a:r>
                      <a:r>
                        <a:rPr b="0" lang="en-US" sz="2300" u="none" cap="none" strike="noStrike">
                          <a:solidFill>
                            <a:schemeClr val="lt1"/>
                          </a:solidFill>
                          <a:latin typeface="Arial"/>
                          <a:ea typeface="Arial"/>
                          <a:cs typeface="Arial"/>
                          <a:sym typeface="Arial"/>
                        </a:rPr>
                        <a:t> </a:t>
                      </a:r>
                      <a:r>
                        <a:rPr b="0" lang="en-US" sz="2300" u="none" cap="none" strike="noStrike">
                          <a:solidFill>
                            <a:srgbClr val="D9D9D9"/>
                          </a:solidFill>
                          <a:latin typeface="Arial"/>
                          <a:ea typeface="Arial"/>
                          <a:cs typeface="Arial"/>
                          <a:sym typeface="Arial"/>
                        </a:rPr>
                        <a:t>To add another header, click on edge of the section box so that it is outlined. Copy and paste it. </a:t>
                      </a:r>
                      <a:br>
                        <a:rPr b="0" lang="en-US" sz="2300" u="none" cap="none" strike="noStrike">
                          <a:solidFill>
                            <a:schemeClr val="lt1"/>
                          </a:solidFill>
                          <a:latin typeface="Arial"/>
                          <a:ea typeface="Arial"/>
                          <a:cs typeface="Arial"/>
                          <a:sym typeface="Arial"/>
                        </a:rPr>
                      </a:br>
                      <a:r>
                        <a:rPr b="0" lang="en-US" sz="2300" u="none" cap="none" strike="noStrike">
                          <a:solidFill>
                            <a:srgbClr val="FFC000"/>
                          </a:solidFill>
                          <a:latin typeface="Arial"/>
                          <a:ea typeface="Arial"/>
                          <a:cs typeface="Arial"/>
                          <a:sym typeface="Arial"/>
                        </a:rPr>
                        <a:t>-</a:t>
                      </a:r>
                      <a:r>
                        <a:rPr b="0" lang="en-US" sz="2300" u="none" cap="none" strike="noStrike">
                          <a:solidFill>
                            <a:schemeClr val="lt1"/>
                          </a:solidFill>
                          <a:latin typeface="Arial"/>
                          <a:ea typeface="Arial"/>
                          <a:cs typeface="Arial"/>
                          <a:sym typeface="Arial"/>
                        </a:rPr>
                        <a:t> </a:t>
                      </a:r>
                      <a:r>
                        <a:rPr b="0" lang="en-US" sz="2300" u="none" cap="none" strike="noStrike">
                          <a:solidFill>
                            <a:srgbClr val="D9D9D9"/>
                          </a:solidFill>
                          <a:latin typeface="Arial"/>
                          <a:ea typeface="Arial"/>
                          <a:cs typeface="Arial"/>
                          <a:sym typeface="Arial"/>
                        </a:rPr>
                        <a:t>To increase its size, click on the white circles and expand to the the desired size.</a:t>
                      </a:r>
                      <a:endParaRPr sz="2300"/>
                    </a:p>
                  </a:txBody>
                  <a:tcPr marT="228575" marB="76200" marR="152425" marL="304800">
                    <a:solidFill>
                      <a:srgbClr val="010101"/>
                    </a:solidFill>
                  </a:tcPr>
                </a:tc>
              </a:tr>
              <a:tr h="3876700">
                <a:tc gridSpan="2">
                  <a:txBody>
                    <a:bodyPr/>
                    <a:lstStyle/>
                    <a:p>
                      <a:pPr indent="0" lvl="0" marL="0" marR="0" rtl="0" algn="l">
                        <a:spcBef>
                          <a:spcPts val="0"/>
                        </a:spcBef>
                        <a:spcAft>
                          <a:spcPts val="0"/>
                        </a:spcAft>
                        <a:buNone/>
                      </a:pPr>
                      <a:r>
                        <a:rPr b="1" lang="en-US" sz="2700">
                          <a:solidFill>
                            <a:srgbClr val="FFC000"/>
                          </a:solidFill>
                          <a:latin typeface="Arial"/>
                          <a:ea typeface="Arial"/>
                          <a:cs typeface="Arial"/>
                          <a:sym typeface="Arial"/>
                        </a:rPr>
                        <a:t>Adding content to the poster</a:t>
                      </a:r>
                      <a:endParaRPr sz="2300"/>
                    </a:p>
                    <a:p>
                      <a:pPr indent="0" lvl="0" marL="0" marR="0" rtl="0" algn="l">
                        <a:spcBef>
                          <a:spcPts val="0"/>
                        </a:spcBef>
                        <a:spcAft>
                          <a:spcPts val="0"/>
                        </a:spcAft>
                        <a:buNone/>
                      </a:pPr>
                      <a:r>
                        <a:rPr lang="en-US" sz="2300">
                          <a:solidFill>
                            <a:srgbClr val="D9D9D9"/>
                          </a:solidFill>
                          <a:latin typeface="Arial"/>
                          <a:ea typeface="Arial"/>
                          <a:cs typeface="Arial"/>
                          <a:sym typeface="Arial"/>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endParaRPr sz="2300"/>
                    </a:p>
                    <a:p>
                      <a:pPr indent="-565150" lvl="0" marL="571500" marR="0" rtl="0" algn="l">
                        <a:spcBef>
                          <a:spcPts val="0"/>
                        </a:spcBef>
                        <a:spcAft>
                          <a:spcPts val="0"/>
                        </a:spcAft>
                        <a:buClr>
                          <a:srgbClr val="D9D9D9"/>
                        </a:buClr>
                        <a:buSzPts val="2300"/>
                        <a:buFont typeface="Arial"/>
                        <a:buChar char="-"/>
                      </a:pPr>
                      <a:r>
                        <a:rPr lang="en-US" sz="2300">
                          <a:solidFill>
                            <a:srgbClr val="D9D9D9"/>
                          </a:solidFill>
                          <a:latin typeface="Arial"/>
                          <a:ea typeface="Arial"/>
                          <a:cs typeface="Arial"/>
                          <a:sym typeface="Arial"/>
                        </a:rPr>
                        <a:t>If you run out of room, try to reduce the size of your fonts and/or the size of your graphics. If there is a lot of empty space try to increase your font sizes and the size of your graphics. The font used for references can be smaller.</a:t>
                      </a:r>
                      <a:endParaRPr sz="2300">
                        <a:solidFill>
                          <a:srgbClr val="D9D9D9"/>
                        </a:solidFill>
                        <a:latin typeface="Arial"/>
                        <a:ea typeface="Arial"/>
                        <a:cs typeface="Arial"/>
                        <a:sym typeface="Arial"/>
                      </a:endParaRPr>
                    </a:p>
                  </a:txBody>
                  <a:tcPr marT="76200" marB="76200" marR="152425" marL="152425">
                    <a:solidFill>
                      <a:srgbClr val="010101"/>
                    </a:solidFill>
                  </a:tcPr>
                </a:tc>
                <a:tc hMerge="1"/>
              </a:tr>
              <a:tr h="2567000">
                <a:tc gridSpan="2">
                  <a:txBody>
                    <a:bodyPr/>
                    <a:lstStyle/>
                    <a:p>
                      <a:pPr indent="0" lvl="0" marL="0" marR="0" rtl="0" algn="l">
                        <a:lnSpc>
                          <a:spcPct val="100000"/>
                        </a:lnSpc>
                        <a:spcBef>
                          <a:spcPts val="0"/>
                        </a:spcBef>
                        <a:spcAft>
                          <a:spcPts val="0"/>
                        </a:spcAft>
                        <a:buClr>
                          <a:srgbClr val="FFC000"/>
                        </a:buClr>
                        <a:buSzPts val="2700"/>
                        <a:buFont typeface="Arial"/>
                        <a:buNone/>
                      </a:pPr>
                      <a:r>
                        <a:rPr b="1" lang="en-US" sz="2700">
                          <a:solidFill>
                            <a:srgbClr val="FFC000"/>
                          </a:solidFill>
                          <a:latin typeface="Arial"/>
                          <a:ea typeface="Arial"/>
                          <a:cs typeface="Arial"/>
                          <a:sym typeface="Arial"/>
                        </a:rPr>
                        <a:t>Photos</a:t>
                      </a:r>
                      <a:endParaRPr sz="2300"/>
                    </a:p>
                    <a:p>
                      <a:pPr indent="0" lvl="0" marL="0" marR="0" rtl="0" algn="l">
                        <a:lnSpc>
                          <a:spcPct val="100000"/>
                        </a:lnSpc>
                        <a:spcBef>
                          <a:spcPts val="0"/>
                        </a:spcBef>
                        <a:spcAft>
                          <a:spcPts val="0"/>
                        </a:spcAft>
                        <a:buClr>
                          <a:srgbClr val="D9D9D9"/>
                        </a:buClr>
                        <a:buSzPts val="2300"/>
                        <a:buFont typeface="Arial"/>
                        <a:buNone/>
                      </a:pPr>
                      <a:r>
                        <a:rPr b="0" i="0" lang="en-US" sz="2300" u="none" cap="none" strike="noStrike">
                          <a:solidFill>
                            <a:srgbClr val="D9D9D9"/>
                          </a:solidFill>
                          <a:latin typeface="Arial"/>
                          <a:ea typeface="Arial"/>
                          <a:cs typeface="Arial"/>
                          <a:sym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endParaRPr sz="2300"/>
                    </a:p>
                  </a:txBody>
                  <a:tcPr marT="228575" marB="76200" marR="152425" marL="304800">
                    <a:solidFill>
                      <a:srgbClr val="010101"/>
                    </a:solidFill>
                  </a:tcPr>
                </a:tc>
                <a:tc hMerge="1"/>
              </a:tr>
              <a:tr h="2257750">
                <a:tc gridSpan="2">
                  <a:txBody>
                    <a:bodyPr/>
                    <a:lstStyle/>
                    <a:p>
                      <a:pPr indent="0" lvl="0" marL="0" marR="0" rtl="0" algn="l">
                        <a:spcBef>
                          <a:spcPts val="0"/>
                        </a:spcBef>
                        <a:spcAft>
                          <a:spcPts val="0"/>
                        </a:spcAft>
                        <a:buNone/>
                      </a:pPr>
                      <a:r>
                        <a:t/>
                      </a:r>
                      <a:endParaRPr sz="2300">
                        <a:solidFill>
                          <a:schemeClr val="lt1"/>
                        </a:solidFill>
                        <a:latin typeface="Arial"/>
                        <a:ea typeface="Arial"/>
                        <a:cs typeface="Arial"/>
                        <a:sym typeface="Arial"/>
                      </a:endParaRPr>
                    </a:p>
                  </a:txBody>
                  <a:tcPr marT="228575" marB="76200" marR="152425" marL="304800"/>
                </a:tc>
                <a:tc hMerge="1"/>
              </a:tr>
              <a:tr h="1489550">
                <a:tc gridSpan="2">
                  <a:txBody>
                    <a:bodyPr/>
                    <a:lstStyle/>
                    <a:p>
                      <a:pPr indent="0" lvl="0" marL="0" marR="0" rtl="0" algn="l">
                        <a:lnSpc>
                          <a:spcPct val="100000"/>
                        </a:lnSpc>
                        <a:spcBef>
                          <a:spcPts val="0"/>
                        </a:spcBef>
                        <a:spcAft>
                          <a:spcPts val="0"/>
                        </a:spcAft>
                        <a:buClr>
                          <a:srgbClr val="FFC000"/>
                        </a:buClr>
                        <a:buSzPts val="2700"/>
                        <a:buFont typeface="Arial"/>
                        <a:buNone/>
                      </a:pPr>
                      <a:r>
                        <a:rPr b="1" lang="en-US" sz="2700">
                          <a:solidFill>
                            <a:srgbClr val="FFC000"/>
                          </a:solidFill>
                          <a:latin typeface="Arial"/>
                          <a:ea typeface="Arial"/>
                          <a:cs typeface="Arial"/>
                          <a:sym typeface="Arial"/>
                        </a:rPr>
                        <a:t>Quality check your graphics</a:t>
                      </a:r>
                      <a:endParaRPr sz="2300"/>
                    </a:p>
                    <a:p>
                      <a:pPr indent="0" lvl="0" marL="0" marR="0" rtl="0" algn="l">
                        <a:lnSpc>
                          <a:spcPct val="100000"/>
                        </a:lnSpc>
                        <a:spcBef>
                          <a:spcPts val="0"/>
                        </a:spcBef>
                        <a:spcAft>
                          <a:spcPts val="0"/>
                        </a:spcAft>
                        <a:buClr>
                          <a:srgbClr val="D9D9D9"/>
                        </a:buClr>
                        <a:buSzPts val="2300"/>
                        <a:buFont typeface="Arial"/>
                        <a:buNone/>
                      </a:pPr>
                      <a:r>
                        <a:rPr lang="en-US" sz="2300">
                          <a:solidFill>
                            <a:srgbClr val="D9D9D9"/>
                          </a:solidFill>
                          <a:latin typeface="Arial"/>
                          <a:ea typeface="Arial"/>
                          <a:cs typeface="Arial"/>
                          <a:sym typeface="Arial"/>
                        </a:rPr>
                        <a:t>Zoom in and look at your images at 100%-200% magnification. If they look clear, they will print well. </a:t>
                      </a:r>
                      <a:endParaRPr sz="2300"/>
                    </a:p>
                  </a:txBody>
                  <a:tcPr marT="228575" marB="76200" marR="152425" marL="304800">
                    <a:solidFill>
                      <a:srgbClr val="010101"/>
                    </a:solidFill>
                  </a:tcPr>
                </a:tc>
                <a:tc hMerge="1"/>
              </a:tr>
              <a:tr h="3138000">
                <a:tc gridSpan="2">
                  <a:txBody>
                    <a:bodyPr/>
                    <a:lstStyle/>
                    <a:p>
                      <a:pPr indent="0" lvl="0" marL="0" marR="0" rtl="0" algn="l">
                        <a:lnSpc>
                          <a:spcPct val="100000"/>
                        </a:lnSpc>
                        <a:spcBef>
                          <a:spcPts val="0"/>
                        </a:spcBef>
                        <a:spcAft>
                          <a:spcPts val="0"/>
                        </a:spcAft>
                        <a:buClr>
                          <a:schemeClr val="dk1"/>
                        </a:buClr>
                        <a:buSzPts val="2300"/>
                        <a:buFont typeface="Calibri"/>
                        <a:buNone/>
                      </a:pPr>
                      <a:r>
                        <a:t/>
                      </a:r>
                      <a:endParaRPr sz="2300">
                        <a:solidFill>
                          <a:schemeClr val="lt1"/>
                        </a:solidFill>
                        <a:latin typeface="Arial"/>
                        <a:ea typeface="Arial"/>
                        <a:cs typeface="Arial"/>
                        <a:sym typeface="Arial"/>
                      </a:endParaRPr>
                    </a:p>
                  </a:txBody>
                  <a:tcPr marT="228575" marB="76200" marR="152425" marL="304800"/>
                </a:tc>
                <a:tc hMerge="1"/>
              </a:tr>
            </a:tbl>
          </a:graphicData>
        </a:graphic>
      </p:graphicFrame>
      <p:graphicFrame>
        <p:nvGraphicFramePr>
          <p:cNvPr id="13" name="Google Shape;13;p1"/>
          <p:cNvGraphicFramePr/>
          <p:nvPr/>
        </p:nvGraphicFramePr>
        <p:xfrm>
          <a:off x="55456308" y="-272142"/>
          <a:ext cx="3000000" cy="3000000"/>
        </p:xfrm>
        <a:graphic>
          <a:graphicData uri="http://schemas.openxmlformats.org/drawingml/2006/table">
            <a:tbl>
              <a:tblPr bandRow="1" firstRow="1">
                <a:noFill/>
                <a:tableStyleId>{21F9DACB-50FE-479A-A142-D5BC2A361630}</a:tableStyleId>
              </a:tblPr>
              <a:tblGrid>
                <a:gridCol w="4843575"/>
                <a:gridCol w="347125"/>
                <a:gridCol w="4981500"/>
              </a:tblGrid>
              <a:tr h="1500375">
                <a:tc gridSpan="3">
                  <a:txBody>
                    <a:bodyPr/>
                    <a:lstStyle/>
                    <a:p>
                      <a:pPr indent="0" lvl="0" marL="0" marR="0" rtl="0" algn="ctr">
                        <a:lnSpc>
                          <a:spcPct val="100000"/>
                        </a:lnSpc>
                        <a:spcBef>
                          <a:spcPts val="0"/>
                        </a:spcBef>
                        <a:spcAft>
                          <a:spcPts val="0"/>
                        </a:spcAft>
                        <a:buClr>
                          <a:srgbClr val="1F3A4E"/>
                        </a:buClr>
                        <a:buSzPts val="4700"/>
                        <a:buFont typeface="Arial Black"/>
                        <a:buNone/>
                      </a:pPr>
                      <a:r>
                        <a:rPr b="0" lang="en-US" sz="4700">
                          <a:solidFill>
                            <a:srgbClr val="1F3A4E"/>
                          </a:solidFill>
                          <a:latin typeface="Arial Black"/>
                          <a:ea typeface="Arial Black"/>
                          <a:cs typeface="Arial Black"/>
                          <a:sym typeface="Arial Black"/>
                        </a:rPr>
                        <a:t>QUICK START GUIDE</a:t>
                      </a:r>
                      <a:br>
                        <a:rPr b="0" lang="en-US" sz="4700">
                          <a:solidFill>
                            <a:srgbClr val="1F3A4E"/>
                          </a:solidFill>
                          <a:latin typeface="Arial Black"/>
                          <a:ea typeface="Arial Black"/>
                          <a:cs typeface="Arial Black"/>
                          <a:sym typeface="Arial Black"/>
                        </a:rPr>
                      </a:br>
                      <a:r>
                        <a:rPr b="1" lang="en-US" sz="3300">
                          <a:solidFill>
                            <a:srgbClr val="FF0000"/>
                          </a:solidFill>
                          <a:latin typeface="Trebuchet MS"/>
                          <a:ea typeface="Trebuchet MS"/>
                          <a:cs typeface="Trebuchet MS"/>
                          <a:sym typeface="Trebuchet MS"/>
                        </a:rPr>
                        <a:t>(THIS SIDEBAR WILL NOT PRINT)</a:t>
                      </a:r>
                      <a:endParaRPr b="1" sz="4700">
                        <a:solidFill>
                          <a:schemeClr val="lt1"/>
                        </a:solidFill>
                        <a:latin typeface="Trebuchet MS"/>
                        <a:ea typeface="Trebuchet MS"/>
                        <a:cs typeface="Trebuchet MS"/>
                        <a:sym typeface="Trebuchet MS"/>
                      </a:endParaRPr>
                    </a:p>
                  </a:txBody>
                  <a:tcPr marT="228575" marB="76200" marR="152425" marL="304800">
                    <a:solidFill>
                      <a:srgbClr val="FFC000"/>
                    </a:solidFill>
                  </a:tcPr>
                </a:tc>
                <a:tc hMerge="1"/>
                <a:tc hMerge="1"/>
              </a:tr>
              <a:tr h="6549800">
                <a:tc gridSpan="3">
                  <a:txBody>
                    <a:bodyPr/>
                    <a:lstStyle/>
                    <a:p>
                      <a:pPr indent="0" lvl="0" marL="0" marR="0" rtl="0" algn="l">
                        <a:spcBef>
                          <a:spcPts val="0"/>
                        </a:spcBef>
                        <a:spcAft>
                          <a:spcPts val="0"/>
                        </a:spcAft>
                        <a:buNone/>
                      </a:pPr>
                      <a:r>
                        <a:rPr b="1" lang="en-US" sz="3000">
                          <a:solidFill>
                            <a:srgbClr val="FFC000"/>
                          </a:solidFill>
                          <a:latin typeface="Arial"/>
                          <a:ea typeface="Arial"/>
                          <a:cs typeface="Arial"/>
                          <a:sym typeface="Arial"/>
                        </a:rPr>
                        <a:t>How to change the template colors</a:t>
                      </a:r>
                      <a:endParaRPr sz="2300"/>
                    </a:p>
                    <a:p>
                      <a:pPr indent="0" lvl="0" marL="0" marR="0" rtl="0" algn="l">
                        <a:spcBef>
                          <a:spcPts val="0"/>
                        </a:spcBef>
                        <a:spcAft>
                          <a:spcPts val="0"/>
                        </a:spcAft>
                        <a:buNone/>
                      </a:pPr>
                      <a:r>
                        <a:rPr b="0" lang="en-US" sz="2700">
                          <a:solidFill>
                            <a:srgbClr val="D9D9D9"/>
                          </a:solidFill>
                          <a:latin typeface="Arial"/>
                          <a:ea typeface="Arial"/>
                          <a:cs typeface="Arial"/>
                          <a:sym typeface="Arial"/>
                        </a:rPr>
                        <a:t>You can change the overall template color theme by clicking on the COLORS dropdown menu under the DESIGN tab. You can see a tutorial here: </a:t>
                      </a:r>
                      <a:r>
                        <a:rPr lang="en-US" sz="2700" u="sng">
                          <a:solidFill>
                            <a:srgbClr val="FFC000"/>
                          </a:solidFill>
                          <a:hlinkClick r:id="rId1">
                            <a:extLst>
                              <a:ext uri="{A12FA001-AC4F-418D-AE19-62706E023703}">
                                <ahyp:hlinkClr val="tx"/>
                              </a:ext>
                            </a:extLst>
                          </a:hlinkClick>
                        </a:rPr>
                        <a:t>https://www.posterpresentations.com/how-to-change-the-research-poster-template-colors.html</a:t>
                      </a:r>
                      <a:endParaRPr sz="2700">
                        <a:solidFill>
                          <a:srgbClr val="FFC000"/>
                        </a:solidFill>
                      </a:endParaRPr>
                    </a:p>
                    <a:p>
                      <a:pPr indent="0" lvl="0" marL="0" marR="0" rtl="0" algn="l">
                        <a:spcBef>
                          <a:spcPts val="0"/>
                        </a:spcBef>
                        <a:spcAft>
                          <a:spcPts val="0"/>
                        </a:spcAft>
                        <a:buNone/>
                      </a:pPr>
                      <a:r>
                        <a:t/>
                      </a:r>
                      <a:endParaRPr b="0" sz="2700">
                        <a:solidFill>
                          <a:srgbClr val="D9D9D9"/>
                        </a:solidFill>
                        <a:latin typeface="Arial"/>
                        <a:ea typeface="Arial"/>
                        <a:cs typeface="Arial"/>
                        <a:sym typeface="Arial"/>
                      </a:endParaRPr>
                    </a:p>
                    <a:p>
                      <a:pPr indent="0" lvl="0" marL="0" marR="0" rtl="0" algn="l">
                        <a:spcBef>
                          <a:spcPts val="0"/>
                        </a:spcBef>
                        <a:spcAft>
                          <a:spcPts val="0"/>
                        </a:spcAft>
                        <a:buNone/>
                      </a:pPr>
                      <a:r>
                        <a:rPr b="0" lang="en-US" sz="2700">
                          <a:solidFill>
                            <a:srgbClr val="D9D9D9"/>
                          </a:solidFill>
                          <a:latin typeface="Arial"/>
                          <a:ea typeface="Arial"/>
                          <a:cs typeface="Arial"/>
                          <a:sym typeface="Arial"/>
                        </a:rPr>
                        <a:t>You can also manually change the color of individual elements by going to VIEW &gt; SLIDE MASTER. On the left side of your screen select the background master where you can change the template background, column sizes, etc. </a:t>
                      </a:r>
                      <a:endParaRPr sz="2300"/>
                    </a:p>
                    <a:p>
                      <a:pPr indent="0" lvl="0" marL="0" marR="0" rtl="0" algn="l">
                        <a:spcBef>
                          <a:spcPts val="0"/>
                        </a:spcBef>
                        <a:spcAft>
                          <a:spcPts val="0"/>
                        </a:spcAft>
                        <a:buNone/>
                      </a:pPr>
                      <a:r>
                        <a:t/>
                      </a:r>
                      <a:endParaRPr b="0" sz="2700">
                        <a:solidFill>
                          <a:srgbClr val="D9D9D9"/>
                        </a:solidFill>
                        <a:latin typeface="Arial"/>
                        <a:ea typeface="Arial"/>
                        <a:cs typeface="Arial"/>
                        <a:sym typeface="Arial"/>
                      </a:endParaRPr>
                    </a:p>
                    <a:p>
                      <a:pPr indent="0" lvl="0" marL="0" marR="0" rtl="0" algn="l">
                        <a:spcBef>
                          <a:spcPts val="0"/>
                        </a:spcBef>
                        <a:spcAft>
                          <a:spcPts val="0"/>
                        </a:spcAft>
                        <a:buNone/>
                      </a:pPr>
                      <a:r>
                        <a:rPr b="0" lang="en-US" sz="2700">
                          <a:solidFill>
                            <a:srgbClr val="D9D9D9"/>
                          </a:solidFill>
                          <a:latin typeface="Arial"/>
                          <a:ea typeface="Arial"/>
                          <a:cs typeface="Arial"/>
                          <a:sym typeface="Arial"/>
                        </a:rPr>
                        <a:t>After you finish working on the SLIDE MASTER, it is important that you go to VIEW &gt; NORMAL to continue working on your poster. </a:t>
                      </a:r>
                      <a:endParaRPr sz="2300"/>
                    </a:p>
                  </a:txBody>
                  <a:tcPr marT="228575" marB="76200" marR="152425" marL="304800">
                    <a:solidFill>
                      <a:schemeClr val="dk1"/>
                    </a:solidFill>
                  </a:tcPr>
                </a:tc>
                <a:tc hMerge="1"/>
                <a:tc hMerge="1"/>
              </a:tr>
              <a:tr h="4503175">
                <a:tc gridSpan="3">
                  <a:txBody>
                    <a:bodyPr/>
                    <a:lstStyle/>
                    <a:p>
                      <a:pPr indent="0" lvl="0" marL="0" marR="0" rtl="0" algn="l">
                        <a:spcBef>
                          <a:spcPts val="0"/>
                        </a:spcBef>
                        <a:spcAft>
                          <a:spcPts val="0"/>
                        </a:spcAft>
                        <a:buNone/>
                      </a:pPr>
                      <a:r>
                        <a:rPr b="1" lang="en-US" sz="3000">
                          <a:solidFill>
                            <a:srgbClr val="FFC000"/>
                          </a:solidFill>
                          <a:latin typeface="Arial"/>
                          <a:ea typeface="Arial"/>
                          <a:cs typeface="Arial"/>
                          <a:sym typeface="Arial"/>
                        </a:rPr>
                        <a:t>How to change the column layout configuration</a:t>
                      </a:r>
                      <a:endParaRPr sz="2300"/>
                    </a:p>
                    <a:p>
                      <a:pPr indent="0" lvl="0" marL="0" marR="0" rtl="0" algn="l">
                        <a:spcBef>
                          <a:spcPts val="0"/>
                        </a:spcBef>
                        <a:spcAft>
                          <a:spcPts val="0"/>
                        </a:spcAft>
                        <a:buNone/>
                      </a:pPr>
                      <a:r>
                        <a:rPr lang="en-US" sz="2700">
                          <a:solidFill>
                            <a:srgbClr val="D9D9D9"/>
                          </a:solidFill>
                          <a:latin typeface="Arial"/>
                          <a:ea typeface="Arial"/>
                          <a:cs typeface="Arial"/>
                          <a:sym typeface="Arial"/>
                        </a:rPr>
                        <a:t>You can manually change the configuration on the columns by going to VIEW &gt; SLIDE MASTER. You can delete columns, resize them or modify them as needed for your layout. </a:t>
                      </a:r>
                      <a:endParaRPr sz="2300"/>
                    </a:p>
                    <a:p>
                      <a:pPr indent="0" lvl="0" marL="0" marR="0" rtl="0" algn="l">
                        <a:lnSpc>
                          <a:spcPct val="100000"/>
                        </a:lnSpc>
                        <a:spcBef>
                          <a:spcPts val="0"/>
                        </a:spcBef>
                        <a:spcAft>
                          <a:spcPts val="0"/>
                        </a:spcAft>
                        <a:buClr>
                          <a:srgbClr val="D9D9D9"/>
                        </a:buClr>
                        <a:buSzPts val="2700"/>
                        <a:buFont typeface="Arial"/>
                        <a:buNone/>
                      </a:pPr>
                      <a:r>
                        <a:rPr lang="en-US" sz="2700">
                          <a:solidFill>
                            <a:srgbClr val="D9D9D9"/>
                          </a:solidFill>
                          <a:latin typeface="Arial"/>
                          <a:ea typeface="Arial"/>
                          <a:cs typeface="Arial"/>
                          <a:sym typeface="Arial"/>
                        </a:rPr>
                        <a:t>You can see a tutorial here: </a:t>
                      </a:r>
                      <a:r>
                        <a:rPr lang="en-US" sz="2700" u="sng">
                          <a:solidFill>
                            <a:srgbClr val="FFC000"/>
                          </a:solidFill>
                          <a:latin typeface="Arial"/>
                          <a:ea typeface="Arial"/>
                          <a:cs typeface="Arial"/>
                          <a:sym typeface="Arial"/>
                        </a:rPr>
                        <a:t>https://www.posterpresentations.com/how-to-change-the-column-configuration.html</a:t>
                      </a:r>
                      <a:endParaRPr sz="6700" u="sng">
                        <a:solidFill>
                          <a:srgbClr val="FFC000"/>
                        </a:solidFill>
                      </a:endParaRPr>
                    </a:p>
                  </a:txBody>
                  <a:tcPr marT="228575" marB="76200" marR="152425" marL="304800">
                    <a:solidFill>
                      <a:schemeClr val="dk1"/>
                    </a:solidFill>
                  </a:tcPr>
                </a:tc>
                <a:tc hMerge="1"/>
                <a:tc hMerge="1"/>
              </a:tr>
              <a:tr h="2441425">
                <a:tc>
                  <a:txBody>
                    <a:bodyPr/>
                    <a:lstStyle/>
                    <a:p>
                      <a:pPr indent="0" lvl="0" marL="0" marR="0" rtl="0" algn="l">
                        <a:lnSpc>
                          <a:spcPct val="100000"/>
                        </a:lnSpc>
                        <a:spcBef>
                          <a:spcPts val="0"/>
                        </a:spcBef>
                        <a:spcAft>
                          <a:spcPts val="0"/>
                        </a:spcAft>
                        <a:buClr>
                          <a:schemeClr val="dk1"/>
                        </a:buClr>
                        <a:buSzPts val="2700"/>
                        <a:buFont typeface="Calibri"/>
                        <a:buNone/>
                      </a:pPr>
                      <a:r>
                        <a:t/>
                      </a:r>
                      <a:endParaRPr sz="2700">
                        <a:solidFill>
                          <a:srgbClr val="D9D9D9"/>
                        </a:solidFill>
                        <a:latin typeface="Arial"/>
                        <a:ea typeface="Arial"/>
                        <a:cs typeface="Arial"/>
                        <a:sym typeface="Arial"/>
                      </a:endParaRPr>
                    </a:p>
                  </a:txBody>
                  <a:tcPr marT="228575" marB="76200" marR="152425" marL="304800"/>
                </a:tc>
                <a:tc gridSpan="2" rowSpan="2">
                  <a:txBody>
                    <a:bodyPr/>
                    <a:lstStyle/>
                    <a:p>
                      <a:pPr indent="0" lvl="0" marL="0" marR="0" rtl="0" algn="l">
                        <a:lnSpc>
                          <a:spcPct val="100000"/>
                        </a:lnSpc>
                        <a:spcBef>
                          <a:spcPts val="0"/>
                        </a:spcBef>
                        <a:spcAft>
                          <a:spcPts val="0"/>
                        </a:spcAft>
                        <a:buClr>
                          <a:srgbClr val="FFC000"/>
                        </a:buClr>
                        <a:buSzPts val="3000"/>
                        <a:buFont typeface="Arial"/>
                        <a:buNone/>
                      </a:pPr>
                      <a:r>
                        <a:rPr b="1" lang="en-US" sz="3000">
                          <a:solidFill>
                            <a:srgbClr val="FFC000"/>
                          </a:solidFill>
                          <a:latin typeface="Arial"/>
                          <a:ea typeface="Arial"/>
                          <a:cs typeface="Arial"/>
                          <a:sym typeface="Arial"/>
                        </a:rPr>
                        <a:t>How to hide the QUICK START GUIDE bars from the sides of the template</a:t>
                      </a:r>
                      <a:endParaRPr sz="2300"/>
                    </a:p>
                    <a:p>
                      <a:pPr indent="0" lvl="0" marL="0" marR="0" rtl="0" algn="l">
                        <a:lnSpc>
                          <a:spcPct val="100000"/>
                        </a:lnSpc>
                        <a:spcBef>
                          <a:spcPts val="0"/>
                        </a:spcBef>
                        <a:spcAft>
                          <a:spcPts val="0"/>
                        </a:spcAft>
                        <a:buClr>
                          <a:srgbClr val="D9D9D9"/>
                        </a:buClr>
                        <a:buSzPts val="2700"/>
                        <a:buFont typeface="Arial"/>
                        <a:buNone/>
                      </a:pPr>
                      <a:r>
                        <a:rPr lang="en-US" sz="2700">
                          <a:solidFill>
                            <a:srgbClr val="D9D9D9"/>
                          </a:solidFill>
                          <a:latin typeface="Arial"/>
                          <a:ea typeface="Arial"/>
                          <a:cs typeface="Arial"/>
                          <a:sym typeface="Arial"/>
                        </a:rPr>
                        <a:t>The Quick Start</a:t>
                      </a:r>
                      <a:r>
                        <a:rPr lang="en-US" sz="2700">
                          <a:solidFill>
                            <a:srgbClr val="D9D9D9"/>
                          </a:solidFill>
                          <a:latin typeface="Arial"/>
                          <a:ea typeface="Arial"/>
                          <a:cs typeface="Arial"/>
                          <a:sym typeface="Arial"/>
                        </a:rPr>
                        <a:t> Guides</a:t>
                      </a:r>
                      <a:r>
                        <a:rPr lang="en-US" sz="2700">
                          <a:solidFill>
                            <a:srgbClr val="D9D9D9"/>
                          </a:solidFill>
                          <a:latin typeface="Arial"/>
                          <a:ea typeface="Arial"/>
                          <a:cs typeface="Arial"/>
                          <a:sym typeface="Arial"/>
                        </a:rPr>
                        <a:t> </a:t>
                      </a:r>
                      <a:r>
                        <a:rPr lang="en-US" sz="2700" u="sng">
                          <a:solidFill>
                            <a:srgbClr val="D9D9D9"/>
                          </a:solidFill>
                          <a:latin typeface="Arial"/>
                          <a:ea typeface="Arial"/>
                          <a:cs typeface="Arial"/>
                          <a:sym typeface="Arial"/>
                        </a:rPr>
                        <a:t>are outside the template’s printable area</a:t>
                      </a:r>
                      <a:r>
                        <a:rPr lang="en-US" sz="2700">
                          <a:solidFill>
                            <a:srgbClr val="D9D9D9"/>
                          </a:solidFill>
                          <a:latin typeface="Arial"/>
                          <a:ea typeface="Arial"/>
                          <a:cs typeface="Arial"/>
                          <a:sym typeface="Arial"/>
                        </a:rPr>
                        <a:t> and they will not be on the printed poster</a:t>
                      </a:r>
                      <a:r>
                        <a:rPr lang="en-US" sz="2700">
                          <a:solidFill>
                            <a:srgbClr val="D9D9D9"/>
                          </a:solidFill>
                          <a:latin typeface="Arial"/>
                          <a:ea typeface="Arial"/>
                          <a:cs typeface="Arial"/>
                          <a:sym typeface="Arial"/>
                        </a:rPr>
                        <a:t>. </a:t>
                      </a:r>
                      <a:endParaRPr sz="2300"/>
                    </a:p>
                    <a:p>
                      <a:pPr indent="0" lvl="0" marL="0" marR="0" rtl="0" algn="l">
                        <a:lnSpc>
                          <a:spcPct val="100000"/>
                        </a:lnSpc>
                        <a:spcBef>
                          <a:spcPts val="0"/>
                        </a:spcBef>
                        <a:spcAft>
                          <a:spcPts val="0"/>
                        </a:spcAft>
                        <a:buClr>
                          <a:schemeClr val="dk1"/>
                        </a:buClr>
                        <a:buSzPts val="2700"/>
                        <a:buFont typeface="Calibri"/>
                        <a:buNone/>
                      </a:pPr>
                      <a:r>
                        <a:t/>
                      </a:r>
                      <a:endParaRPr sz="27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700"/>
                        <a:buFont typeface="Arial"/>
                        <a:buNone/>
                      </a:pPr>
                      <a:r>
                        <a:rPr lang="en-US" sz="2700">
                          <a:solidFill>
                            <a:srgbClr val="D9D9D9"/>
                          </a:solidFill>
                          <a:latin typeface="Arial"/>
                          <a:ea typeface="Arial"/>
                          <a:cs typeface="Arial"/>
                          <a:sym typeface="Arial"/>
                        </a:rPr>
                        <a:t>If you create a PDF file from your template, the guides will not be included.</a:t>
                      </a:r>
                      <a:endParaRPr sz="2300"/>
                    </a:p>
                    <a:p>
                      <a:pPr indent="0" lvl="0" marL="0" marR="0" rtl="0" algn="l">
                        <a:lnSpc>
                          <a:spcPct val="100000"/>
                        </a:lnSpc>
                        <a:spcBef>
                          <a:spcPts val="0"/>
                        </a:spcBef>
                        <a:spcAft>
                          <a:spcPts val="0"/>
                        </a:spcAft>
                        <a:buClr>
                          <a:schemeClr val="dk1"/>
                        </a:buClr>
                        <a:buSzPts val="2700"/>
                        <a:buFont typeface="Calibri"/>
                        <a:buNone/>
                      </a:pPr>
                      <a:r>
                        <a:t/>
                      </a:r>
                      <a:endParaRPr sz="2700">
                        <a:solidFill>
                          <a:srgbClr val="D9D9D9"/>
                        </a:solidFill>
                        <a:latin typeface="Arial"/>
                        <a:ea typeface="Arial"/>
                        <a:cs typeface="Arial"/>
                        <a:sym typeface="Arial"/>
                      </a:endParaRPr>
                    </a:p>
                    <a:p>
                      <a:pPr indent="0" lvl="0" marL="0" marR="0" rtl="0" algn="l">
                        <a:lnSpc>
                          <a:spcPct val="100000"/>
                        </a:lnSpc>
                        <a:spcBef>
                          <a:spcPts val="0"/>
                        </a:spcBef>
                        <a:spcAft>
                          <a:spcPts val="0"/>
                        </a:spcAft>
                        <a:buClr>
                          <a:srgbClr val="D9D9D9"/>
                        </a:buClr>
                        <a:buSzPts val="2700"/>
                        <a:buFont typeface="Arial"/>
                        <a:buNone/>
                      </a:pPr>
                      <a:r>
                        <a:rPr lang="en-US" sz="2700">
                          <a:solidFill>
                            <a:srgbClr val="D9D9D9"/>
                          </a:solidFill>
                          <a:latin typeface="Arial"/>
                          <a:ea typeface="Arial"/>
                          <a:cs typeface="Arial"/>
                          <a:sym typeface="Arial"/>
                        </a:rPr>
                        <a:t>To hide the guides click on the </a:t>
                      </a:r>
                      <a:r>
                        <a:rPr b="1" lang="en-US" sz="2700">
                          <a:solidFill>
                            <a:srgbClr val="D9D9D9"/>
                          </a:solidFill>
                          <a:latin typeface="Arial"/>
                          <a:ea typeface="Arial"/>
                          <a:cs typeface="Arial"/>
                          <a:sym typeface="Arial"/>
                        </a:rPr>
                        <a:t>Home</a:t>
                      </a:r>
                      <a:r>
                        <a:rPr lang="en-US" sz="2700">
                          <a:solidFill>
                            <a:srgbClr val="D9D9D9"/>
                          </a:solidFill>
                          <a:latin typeface="Arial"/>
                          <a:ea typeface="Arial"/>
                          <a:cs typeface="Arial"/>
                          <a:sym typeface="Arial"/>
                        </a:rPr>
                        <a:t> tab (top of the screen) and then click on the </a:t>
                      </a:r>
                      <a:r>
                        <a:rPr b="1" lang="en-US" sz="2700">
                          <a:solidFill>
                            <a:srgbClr val="D9D9D9"/>
                          </a:solidFill>
                          <a:latin typeface="Arial"/>
                          <a:ea typeface="Arial"/>
                          <a:cs typeface="Arial"/>
                          <a:sym typeface="Arial"/>
                        </a:rPr>
                        <a:t>Layout</a:t>
                      </a:r>
                      <a:r>
                        <a:rPr lang="en-US" sz="2700">
                          <a:solidFill>
                            <a:srgbClr val="D9D9D9"/>
                          </a:solidFill>
                          <a:latin typeface="Arial"/>
                          <a:ea typeface="Arial"/>
                          <a:cs typeface="Arial"/>
                          <a:sym typeface="Arial"/>
                        </a:rPr>
                        <a:t> button below to see the available layouts. Choose the </a:t>
                      </a:r>
                      <a:r>
                        <a:rPr b="1" lang="en-US" sz="2700">
                          <a:solidFill>
                            <a:srgbClr val="D9D9D9"/>
                          </a:solidFill>
                          <a:latin typeface="Arial"/>
                          <a:ea typeface="Arial"/>
                          <a:cs typeface="Arial"/>
                          <a:sym typeface="Arial"/>
                        </a:rPr>
                        <a:t>Without Guides </a:t>
                      </a:r>
                      <a:r>
                        <a:rPr b="0" lang="en-US" sz="2700">
                          <a:solidFill>
                            <a:srgbClr val="D9D9D9"/>
                          </a:solidFill>
                          <a:latin typeface="Arial"/>
                          <a:ea typeface="Arial"/>
                          <a:cs typeface="Arial"/>
                          <a:sym typeface="Arial"/>
                        </a:rPr>
                        <a:t>layout</a:t>
                      </a:r>
                      <a:r>
                        <a:rPr lang="en-US" sz="2700">
                          <a:solidFill>
                            <a:srgbClr val="D9D9D9"/>
                          </a:solidFill>
                          <a:latin typeface="Arial"/>
                          <a:ea typeface="Arial"/>
                          <a:cs typeface="Arial"/>
                          <a:sym typeface="Arial"/>
                        </a:rPr>
                        <a:t>.</a:t>
                      </a:r>
                      <a:endParaRPr sz="2700">
                        <a:solidFill>
                          <a:srgbClr val="D9D9D9"/>
                        </a:solidFill>
                        <a:latin typeface="Arial"/>
                        <a:ea typeface="Arial"/>
                        <a:cs typeface="Arial"/>
                        <a:sym typeface="Arial"/>
                      </a:endParaRPr>
                    </a:p>
                  </a:txBody>
                  <a:tcPr marT="228575" marB="76200" marR="152425" marL="304800">
                    <a:solidFill>
                      <a:srgbClr val="010101"/>
                    </a:solidFill>
                  </a:tcPr>
                </a:tc>
                <a:tc rowSpan="2" hMerge="1"/>
              </a:tr>
              <a:tr h="5344950">
                <a:tc>
                  <a:txBody>
                    <a:bodyPr/>
                    <a:lstStyle/>
                    <a:p>
                      <a:pPr indent="0" lvl="0" marL="0" marR="0" rtl="0" algn="l">
                        <a:lnSpc>
                          <a:spcPct val="100000"/>
                        </a:lnSpc>
                        <a:spcBef>
                          <a:spcPts val="0"/>
                        </a:spcBef>
                        <a:spcAft>
                          <a:spcPts val="0"/>
                        </a:spcAft>
                        <a:buClr>
                          <a:schemeClr val="dk1"/>
                        </a:buClr>
                        <a:buSzPts val="2700"/>
                        <a:buFont typeface="Calibri"/>
                        <a:buNone/>
                      </a:pPr>
                      <a:r>
                        <a:t/>
                      </a:r>
                      <a:endParaRPr sz="2700">
                        <a:solidFill>
                          <a:srgbClr val="D9D9D9"/>
                        </a:solidFill>
                        <a:latin typeface="Arial"/>
                        <a:ea typeface="Arial"/>
                        <a:cs typeface="Arial"/>
                        <a:sym typeface="Arial"/>
                      </a:endParaRPr>
                    </a:p>
                  </a:txBody>
                  <a:tcPr marT="228575" marB="76200" marR="152425" marL="304800">
                    <a:solidFill>
                      <a:srgbClr val="010101"/>
                    </a:solidFill>
                  </a:tcPr>
                </a:tc>
                <a:tc gridSpan="2" vMerge="1"/>
                <a:tc hMerge="1" vMerge="1"/>
              </a:tr>
              <a:tr h="6729425">
                <a:tc>
                  <a:txBody>
                    <a:bodyPr/>
                    <a:lstStyle/>
                    <a:p>
                      <a:pPr indent="0" lvl="0" marL="0" marR="0" rtl="0" algn="l">
                        <a:spcBef>
                          <a:spcPts val="0"/>
                        </a:spcBef>
                        <a:spcAft>
                          <a:spcPts val="0"/>
                        </a:spcAft>
                        <a:buNone/>
                      </a:pPr>
                      <a:r>
                        <a:rPr b="1" lang="en-US" sz="3000">
                          <a:solidFill>
                            <a:srgbClr val="FFC000"/>
                          </a:solidFill>
                          <a:latin typeface="Arial"/>
                          <a:ea typeface="Arial"/>
                          <a:cs typeface="Arial"/>
                          <a:sym typeface="Arial"/>
                        </a:rPr>
                        <a:t>How to</a:t>
                      </a:r>
                      <a:r>
                        <a:rPr b="1" lang="en-US" sz="3000">
                          <a:solidFill>
                            <a:srgbClr val="FFC000"/>
                          </a:solidFill>
                          <a:latin typeface="Arial"/>
                          <a:ea typeface="Arial"/>
                          <a:cs typeface="Arial"/>
                          <a:sym typeface="Arial"/>
                        </a:rPr>
                        <a:t> preview your poster prior to printing</a:t>
                      </a:r>
                      <a:endParaRPr b="1" sz="3000">
                        <a:solidFill>
                          <a:srgbClr val="FFC000"/>
                        </a:solidFill>
                        <a:latin typeface="Arial"/>
                        <a:ea typeface="Arial"/>
                        <a:cs typeface="Arial"/>
                        <a:sym typeface="Arial"/>
                      </a:endParaRPr>
                    </a:p>
                    <a:p>
                      <a:pPr indent="0" lvl="0" marL="0" marR="0" rtl="0" algn="l">
                        <a:spcBef>
                          <a:spcPts val="0"/>
                        </a:spcBef>
                        <a:spcAft>
                          <a:spcPts val="0"/>
                        </a:spcAft>
                        <a:buNone/>
                      </a:pPr>
                      <a:r>
                        <a:rPr lang="en-US" sz="2700">
                          <a:solidFill>
                            <a:srgbClr val="D9D9D9"/>
                          </a:solidFill>
                          <a:latin typeface="Arial"/>
                          <a:ea typeface="Arial"/>
                          <a:cs typeface="Arial"/>
                          <a:sym typeface="Arial"/>
                        </a:rPr>
                        <a:t>You can preview your poster at any time by pressing the </a:t>
                      </a:r>
                      <a:r>
                        <a:rPr lang="en-US" sz="2700">
                          <a:solidFill>
                            <a:srgbClr val="FFC000"/>
                          </a:solidFill>
                          <a:latin typeface="Arial"/>
                          <a:ea typeface="Arial"/>
                          <a:cs typeface="Arial"/>
                          <a:sym typeface="Arial"/>
                        </a:rPr>
                        <a:t>F5 key</a:t>
                      </a:r>
                      <a:r>
                        <a:rPr lang="en-US" sz="2700">
                          <a:solidFill>
                            <a:srgbClr val="D9D9D9"/>
                          </a:solidFill>
                          <a:latin typeface="Arial"/>
                          <a:ea typeface="Arial"/>
                          <a:cs typeface="Arial"/>
                          <a:sym typeface="Arial"/>
                        </a:rPr>
                        <a:t> on your keyboard. You will see on the screen what's on your poster and how it should look when printed. Press the </a:t>
                      </a:r>
                      <a:r>
                        <a:rPr lang="en-US" sz="2700">
                          <a:solidFill>
                            <a:srgbClr val="FFC000"/>
                          </a:solidFill>
                          <a:latin typeface="Arial"/>
                          <a:ea typeface="Arial"/>
                          <a:cs typeface="Arial"/>
                          <a:sym typeface="Arial"/>
                        </a:rPr>
                        <a:t>ESC key </a:t>
                      </a:r>
                      <a:r>
                        <a:rPr lang="en-US" sz="2700">
                          <a:solidFill>
                            <a:srgbClr val="D9D9D9"/>
                          </a:solidFill>
                          <a:latin typeface="Arial"/>
                          <a:ea typeface="Arial"/>
                          <a:cs typeface="Arial"/>
                          <a:sym typeface="Arial"/>
                        </a:rPr>
                        <a:t>to exit Preview.</a:t>
                      </a:r>
                      <a:endParaRPr sz="2300"/>
                    </a:p>
                  </a:txBody>
                  <a:tcPr marT="228575" marB="76200" marR="152425" marL="304800">
                    <a:solidFill>
                      <a:srgbClr val="010101"/>
                    </a:solidFill>
                  </a:tcPr>
                </a:tc>
                <a:tc gridSpan="2">
                  <a:txBody>
                    <a:bodyPr/>
                    <a:lstStyle/>
                    <a:p>
                      <a:pPr indent="0" lvl="0" marL="0" marR="0" rtl="0" algn="l">
                        <a:spcBef>
                          <a:spcPts val="0"/>
                        </a:spcBef>
                        <a:spcAft>
                          <a:spcPts val="0"/>
                        </a:spcAft>
                        <a:buNone/>
                      </a:pPr>
                      <a:r>
                        <a:rPr b="1" lang="en-US" sz="13300">
                          <a:solidFill>
                            <a:srgbClr val="D9D9D9"/>
                          </a:solidFill>
                          <a:latin typeface="Arial"/>
                          <a:ea typeface="Arial"/>
                          <a:cs typeface="Arial"/>
                          <a:sym typeface="Arial"/>
                        </a:rPr>
                        <a:t>F5</a:t>
                      </a:r>
                      <a:r>
                        <a:rPr lang="en-US" sz="2700">
                          <a:solidFill>
                            <a:srgbClr val="D9D9D9"/>
                          </a:solidFill>
                          <a:latin typeface="Arial"/>
                          <a:ea typeface="Arial"/>
                          <a:cs typeface="Arial"/>
                          <a:sym typeface="Arial"/>
                        </a:rPr>
                        <a:t> </a:t>
                      </a:r>
                      <a:endParaRPr sz="2700">
                        <a:solidFill>
                          <a:srgbClr val="D9D9D9"/>
                        </a:solidFill>
                        <a:latin typeface="Arial"/>
                        <a:ea typeface="Arial"/>
                        <a:cs typeface="Arial"/>
                        <a:sym typeface="Arial"/>
                      </a:endParaRPr>
                    </a:p>
                  </a:txBody>
                  <a:tcPr marT="228575" marB="76200" marR="152425" marL="304800">
                    <a:solidFill>
                      <a:srgbClr val="0C0C0C"/>
                    </a:solidFill>
                  </a:tcPr>
                </a:tc>
                <a:tc hMerge="1"/>
              </a:tr>
              <a:tr h="6457925">
                <a:tc gridSpan="3">
                  <a:txBody>
                    <a:bodyPr/>
                    <a:lstStyle/>
                    <a:p>
                      <a:pPr indent="0" lvl="0" marL="0" marR="0" rtl="0" algn="l">
                        <a:lnSpc>
                          <a:spcPct val="100000"/>
                        </a:lnSpc>
                        <a:spcBef>
                          <a:spcPts val="0"/>
                        </a:spcBef>
                        <a:spcAft>
                          <a:spcPts val="0"/>
                        </a:spcAft>
                        <a:buClr>
                          <a:srgbClr val="FFC000"/>
                        </a:buClr>
                        <a:buSzPts val="3000"/>
                        <a:buFont typeface="Arial"/>
                        <a:buNone/>
                      </a:pPr>
                      <a:r>
                        <a:rPr b="1" lang="en-US" sz="3000">
                          <a:solidFill>
                            <a:srgbClr val="FFC000"/>
                          </a:solidFill>
                          <a:latin typeface="Arial"/>
                          <a:ea typeface="Arial"/>
                          <a:cs typeface="Arial"/>
                          <a:sym typeface="Arial"/>
                        </a:rPr>
                        <a:t>How to print your poster</a:t>
                      </a:r>
                      <a:endParaRPr sz="2300"/>
                    </a:p>
                    <a:p>
                      <a:pPr indent="0" lvl="0" marL="0" marR="0" rtl="0" algn="l">
                        <a:lnSpc>
                          <a:spcPct val="100000"/>
                        </a:lnSpc>
                        <a:spcBef>
                          <a:spcPts val="0"/>
                        </a:spcBef>
                        <a:spcAft>
                          <a:spcPts val="0"/>
                        </a:spcAft>
                        <a:buClr>
                          <a:srgbClr val="D9D9D9"/>
                        </a:buClr>
                        <a:buSzPts val="2700"/>
                        <a:buFont typeface="Arial"/>
                        <a:buNone/>
                      </a:pPr>
                      <a:r>
                        <a:rPr lang="en-US" sz="2700">
                          <a:solidFill>
                            <a:srgbClr val="D9D9D9"/>
                          </a:solidFill>
                          <a:latin typeface="Arial"/>
                          <a:ea typeface="Arial"/>
                          <a:cs typeface="Arial"/>
                          <a:sym typeface="Arial"/>
                        </a:rPr>
                        <a:t>When you are ready to have your poster printed go online to </a:t>
                      </a:r>
                      <a:r>
                        <a:rPr lang="en-US" sz="2700">
                          <a:solidFill>
                            <a:srgbClr val="FFC000"/>
                          </a:solidFill>
                          <a:latin typeface="Arial"/>
                          <a:ea typeface="Arial"/>
                          <a:cs typeface="Arial"/>
                          <a:sym typeface="Arial"/>
                        </a:rPr>
                        <a:t>PosterPresentations.com</a:t>
                      </a:r>
                      <a:r>
                        <a:rPr lang="en-US" sz="2700">
                          <a:solidFill>
                            <a:srgbClr val="D9D9D9"/>
                          </a:solidFill>
                          <a:latin typeface="Arial"/>
                          <a:ea typeface="Arial"/>
                          <a:cs typeface="Arial"/>
                          <a:sym typeface="Arial"/>
                        </a:rPr>
                        <a:t> and click on the "</a:t>
                      </a:r>
                      <a:r>
                        <a:rPr lang="en-US" sz="2700">
                          <a:solidFill>
                            <a:srgbClr val="FFC000"/>
                          </a:solidFill>
                          <a:latin typeface="Arial"/>
                          <a:ea typeface="Arial"/>
                          <a:cs typeface="Arial"/>
                          <a:sym typeface="Arial"/>
                        </a:rPr>
                        <a:t>Order Your Poster</a:t>
                      </a:r>
                      <a:r>
                        <a:rPr lang="en-US" sz="2700">
                          <a:solidFill>
                            <a:srgbClr val="D9D9D9"/>
                          </a:solidFill>
                          <a:latin typeface="Arial"/>
                          <a:ea typeface="Arial"/>
                          <a:cs typeface="Arial"/>
                          <a:sym typeface="Arial"/>
                        </a:rPr>
                        <a:t>" button. You can have your poster printed on professional papers, fabric for easy traveling and a variety of other materials. </a:t>
                      </a:r>
                      <a:endParaRPr sz="2300"/>
                    </a:p>
                    <a:p>
                      <a:pPr indent="0" lvl="0" marL="0" marR="0" rtl="0" algn="l">
                        <a:lnSpc>
                          <a:spcPct val="100000"/>
                        </a:lnSpc>
                        <a:spcBef>
                          <a:spcPts val="0"/>
                        </a:spcBef>
                        <a:spcAft>
                          <a:spcPts val="0"/>
                        </a:spcAft>
                        <a:buClr>
                          <a:srgbClr val="D9D9D9"/>
                        </a:buClr>
                        <a:buSzPts val="2700"/>
                        <a:buFont typeface="Arial"/>
                        <a:buNone/>
                      </a:pPr>
                      <a:r>
                        <a:rPr lang="en-US" sz="2700">
                          <a:solidFill>
                            <a:srgbClr val="D9D9D9"/>
                          </a:solidFill>
                          <a:latin typeface="Arial"/>
                          <a:ea typeface="Arial"/>
                          <a:cs typeface="Arial"/>
                          <a:sym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endParaRPr sz="2300"/>
                    </a:p>
                    <a:p>
                      <a:pPr indent="0" lvl="0" marL="0" marR="0" rtl="0" algn="l">
                        <a:lnSpc>
                          <a:spcPct val="100000"/>
                        </a:lnSpc>
                        <a:spcBef>
                          <a:spcPts val="0"/>
                        </a:spcBef>
                        <a:spcAft>
                          <a:spcPts val="0"/>
                        </a:spcAft>
                        <a:buClr>
                          <a:srgbClr val="D9D9D9"/>
                        </a:buClr>
                        <a:buSzPts val="2700"/>
                        <a:buFont typeface="Arial"/>
                        <a:buNone/>
                      </a:pPr>
                      <a:br>
                        <a:rPr lang="en-US" sz="2700">
                          <a:solidFill>
                            <a:srgbClr val="D9D9D9"/>
                          </a:solidFill>
                          <a:latin typeface="Arial"/>
                          <a:ea typeface="Arial"/>
                          <a:cs typeface="Arial"/>
                          <a:sym typeface="Arial"/>
                        </a:rPr>
                      </a:br>
                      <a:r>
                        <a:rPr lang="en-US" sz="2700">
                          <a:solidFill>
                            <a:srgbClr val="D9D9D9"/>
                          </a:solidFill>
                          <a:latin typeface="Arial"/>
                          <a:ea typeface="Arial"/>
                          <a:cs typeface="Arial"/>
                          <a:sym typeface="Arial"/>
                        </a:rPr>
                        <a:t>Go to </a:t>
                      </a:r>
                      <a:r>
                        <a:rPr lang="en-US" sz="2700">
                          <a:solidFill>
                            <a:srgbClr val="FFC000"/>
                          </a:solidFill>
                          <a:latin typeface="Arial"/>
                          <a:ea typeface="Arial"/>
                          <a:cs typeface="Arial"/>
                          <a:sym typeface="Arial"/>
                        </a:rPr>
                        <a:t>PosterPresentations.com</a:t>
                      </a:r>
                      <a:r>
                        <a:rPr lang="en-US" sz="2700">
                          <a:solidFill>
                            <a:srgbClr val="D9D9D9"/>
                          </a:solidFill>
                          <a:latin typeface="Arial"/>
                          <a:ea typeface="Arial"/>
                          <a:cs typeface="Arial"/>
                          <a:sym typeface="Arial"/>
                        </a:rPr>
                        <a:t> for more information.</a:t>
                      </a:r>
                      <a:endParaRPr sz="2300"/>
                    </a:p>
                  </a:txBody>
                  <a:tcPr marT="228575" marB="76200" marR="152425" marL="304800">
                    <a:solidFill>
                      <a:srgbClr val="010101"/>
                    </a:solidFill>
                  </a:tcPr>
                </a:tc>
                <a:tc hMerge="1"/>
                <a:tc hMerge="1"/>
              </a:tr>
              <a:tr h="1523050">
                <a:tc gridSpan="3">
                  <a:txBody>
                    <a:bodyPr/>
                    <a:lstStyle/>
                    <a:p>
                      <a:pPr indent="0" lvl="0" marL="0" marR="0" rtl="0" algn="l">
                        <a:spcBef>
                          <a:spcPts val="0"/>
                        </a:spcBef>
                        <a:spcAft>
                          <a:spcPts val="0"/>
                        </a:spcAft>
                        <a:buNone/>
                      </a:pPr>
                      <a:r>
                        <a:t/>
                      </a:r>
                      <a:endParaRPr sz="2700">
                        <a:solidFill>
                          <a:srgbClr val="1F3A4E"/>
                        </a:solidFill>
                      </a:endParaRPr>
                    </a:p>
                  </a:txBody>
                  <a:tcPr marT="228575" marB="76200" marR="152425" marL="304800"/>
                </a:tc>
                <a:tc hMerge="1"/>
                <a:tc hMerge="1"/>
              </a:tr>
              <a:tr h="2070250">
                <a:tc gridSpan="2">
                  <a:txBody>
                    <a:bodyPr/>
                    <a:lstStyle/>
                    <a:p>
                      <a:pPr indent="0" lvl="0" marL="0" marR="0" rtl="0" algn="l">
                        <a:lnSpc>
                          <a:spcPct val="185714"/>
                        </a:lnSpc>
                        <a:spcBef>
                          <a:spcPts val="0"/>
                        </a:spcBef>
                        <a:spcAft>
                          <a:spcPts val="0"/>
                        </a:spcAft>
                        <a:buNone/>
                      </a:pPr>
                      <a:r>
                        <a:rPr lang="en-US" sz="2300">
                          <a:solidFill>
                            <a:srgbClr val="D8D8D8"/>
                          </a:solidFill>
                          <a:latin typeface="Arial"/>
                          <a:ea typeface="Arial"/>
                          <a:cs typeface="Arial"/>
                          <a:sym typeface="Arial"/>
                        </a:rPr>
                        <a:t>© 2022</a:t>
                      </a:r>
                      <a:r>
                        <a:rPr lang="en-US" sz="2300">
                          <a:solidFill>
                            <a:srgbClr val="D8D8D8"/>
                          </a:solidFill>
                          <a:latin typeface="Arial"/>
                          <a:ea typeface="Arial"/>
                          <a:cs typeface="Arial"/>
                          <a:sym typeface="Arial"/>
                        </a:rPr>
                        <a:t> </a:t>
                      </a:r>
                      <a:r>
                        <a:rPr lang="en-US" sz="2300">
                          <a:solidFill>
                            <a:srgbClr val="D8D8D8"/>
                          </a:solidFill>
                          <a:latin typeface="Arial"/>
                          <a:ea typeface="Arial"/>
                          <a:cs typeface="Arial"/>
                          <a:sym typeface="Arial"/>
                        </a:rPr>
                        <a:t>PosterPresentations.com</a:t>
                      </a:r>
                      <a:br>
                        <a:rPr lang="en-US" sz="2300">
                          <a:solidFill>
                            <a:srgbClr val="D8D8D8"/>
                          </a:solidFill>
                          <a:latin typeface="Arial"/>
                          <a:ea typeface="Arial"/>
                          <a:cs typeface="Arial"/>
                          <a:sym typeface="Arial"/>
                        </a:rPr>
                      </a:br>
                      <a:r>
                        <a:rPr lang="en-US" sz="2300">
                          <a:solidFill>
                            <a:srgbClr val="D8D8D8"/>
                          </a:solidFill>
                          <a:latin typeface="Arial"/>
                          <a:ea typeface="Arial"/>
                          <a:cs typeface="Arial"/>
                          <a:sym typeface="Arial"/>
                        </a:rPr>
                        <a:t>2117 Fourth Street ,</a:t>
                      </a:r>
                      <a:r>
                        <a:rPr lang="en-US" sz="2300">
                          <a:solidFill>
                            <a:srgbClr val="D8D8D8"/>
                          </a:solidFill>
                          <a:latin typeface="Arial"/>
                          <a:ea typeface="Arial"/>
                          <a:cs typeface="Arial"/>
                          <a:sym typeface="Arial"/>
                        </a:rPr>
                        <a:t> STE C        </a:t>
                      </a:r>
                      <a:endParaRPr sz="2300"/>
                    </a:p>
                    <a:p>
                      <a:pPr indent="0" lvl="0" marL="0" marR="0" rtl="0" algn="l">
                        <a:lnSpc>
                          <a:spcPct val="185714"/>
                        </a:lnSpc>
                        <a:spcBef>
                          <a:spcPts val="0"/>
                        </a:spcBef>
                        <a:spcAft>
                          <a:spcPts val="0"/>
                        </a:spcAft>
                        <a:buNone/>
                      </a:pPr>
                      <a:r>
                        <a:rPr lang="en-US" sz="2300">
                          <a:solidFill>
                            <a:srgbClr val="D8D8D8"/>
                          </a:solidFill>
                          <a:latin typeface="Arial"/>
                          <a:ea typeface="Arial"/>
                          <a:cs typeface="Arial"/>
                          <a:sym typeface="Arial"/>
                        </a:rPr>
                        <a:t>Berkeley CA 94710 USA</a:t>
                      </a:r>
                      <a:endParaRPr sz="2300">
                        <a:solidFill>
                          <a:srgbClr val="D8D8D8"/>
                        </a:solidFill>
                        <a:latin typeface="Arial"/>
                        <a:ea typeface="Arial"/>
                        <a:cs typeface="Arial"/>
                        <a:sym typeface="Arial"/>
                      </a:endParaRPr>
                    </a:p>
                  </a:txBody>
                  <a:tcPr marT="228575" marB="76200" marR="152425" marL="304800">
                    <a:solidFill>
                      <a:srgbClr val="010101"/>
                    </a:solidFill>
                  </a:tcPr>
                </a:tc>
                <a:tc hMerge="1"/>
                <a:tc>
                  <a:txBody>
                    <a:bodyPr/>
                    <a:lstStyle/>
                    <a:p>
                      <a:pPr indent="0" lvl="0" marL="0" marR="0" rtl="0" algn="l">
                        <a:lnSpc>
                          <a:spcPct val="100000"/>
                        </a:lnSpc>
                        <a:spcBef>
                          <a:spcPts val="0"/>
                        </a:spcBef>
                        <a:spcAft>
                          <a:spcPts val="0"/>
                        </a:spcAft>
                        <a:buClr>
                          <a:srgbClr val="D0D0D0"/>
                        </a:buClr>
                        <a:buSzPts val="2700"/>
                        <a:buFont typeface="Arial"/>
                        <a:buNone/>
                      </a:pPr>
                      <a:r>
                        <a:rPr b="1" lang="en-US" sz="2700">
                          <a:solidFill>
                            <a:srgbClr val="D0D0D0"/>
                          </a:solidFill>
                          <a:latin typeface="Arial"/>
                          <a:ea typeface="Arial"/>
                          <a:cs typeface="Arial"/>
                          <a:sym typeface="Arial"/>
                        </a:rPr>
                        <a:t>For complete tutorials</a:t>
                      </a:r>
                      <a:r>
                        <a:rPr b="1" lang="en-US" sz="2700">
                          <a:solidFill>
                            <a:srgbClr val="D0D0D0"/>
                          </a:solidFill>
                          <a:latin typeface="Arial"/>
                          <a:ea typeface="Arial"/>
                          <a:cs typeface="Arial"/>
                          <a:sym typeface="Arial"/>
                        </a:rPr>
                        <a:t> visit:</a:t>
                      </a:r>
                      <a:endParaRPr sz="2300"/>
                    </a:p>
                    <a:p>
                      <a:pPr indent="0" lvl="0" marL="0" marR="0" rtl="0" algn="l">
                        <a:lnSpc>
                          <a:spcPct val="100000"/>
                        </a:lnSpc>
                        <a:spcBef>
                          <a:spcPts val="0"/>
                        </a:spcBef>
                        <a:spcAft>
                          <a:spcPts val="0"/>
                        </a:spcAft>
                        <a:buClr>
                          <a:srgbClr val="FFC000"/>
                        </a:buClr>
                        <a:buSzPts val="2000"/>
                        <a:buFont typeface="Arial"/>
                        <a:buNone/>
                      </a:pPr>
                      <a:r>
                        <a:rPr b="1" lang="en-US" sz="2000">
                          <a:solidFill>
                            <a:srgbClr val="FFC000"/>
                          </a:solidFill>
                          <a:latin typeface="Arial"/>
                          <a:ea typeface="Arial"/>
                          <a:cs typeface="Arial"/>
                          <a:sym typeface="Arial"/>
                        </a:rPr>
                        <a:t>https://www.posterpresentations.com/helpdesk.html</a:t>
                      </a:r>
                      <a:endParaRPr sz="14700"/>
                    </a:p>
                  </a:txBody>
                  <a:tcPr marT="228575" marB="76200" marR="152425" marL="304800">
                    <a:solidFill>
                      <a:srgbClr val="010101"/>
                    </a:solidFill>
                  </a:tcPr>
                </a:tc>
              </a:tr>
            </a:tbl>
          </a:graphicData>
        </a:graphic>
      </p:graphicFrame>
      <p:grpSp>
        <p:nvGrpSpPr>
          <p:cNvPr id="14" name="Google Shape;14;p1"/>
          <p:cNvGrpSpPr/>
          <p:nvPr/>
        </p:nvGrpSpPr>
        <p:grpSpPr>
          <a:xfrm>
            <a:off x="-2" y="0"/>
            <a:ext cx="54864000" cy="5310935"/>
            <a:chOff x="0" y="-1"/>
            <a:chExt cx="12192000" cy="1219223"/>
          </a:xfrm>
        </p:grpSpPr>
        <p:sp>
          <p:nvSpPr>
            <p:cNvPr id="15" name="Google Shape;15;p1"/>
            <p:cNvSpPr/>
            <p:nvPr/>
          </p:nvSpPr>
          <p:spPr>
            <a:xfrm>
              <a:off x="0" y="89065"/>
              <a:ext cx="12192000" cy="1130157"/>
            </a:xfrm>
            <a:prstGeom prst="flowChartDocument">
              <a:avLst/>
            </a:prstGeom>
            <a:gradFill>
              <a:gsLst>
                <a:gs pos="0">
                  <a:srgbClr val="C00000"/>
                </a:gs>
                <a:gs pos="100000">
                  <a:schemeClr val="accent4"/>
                </a:gs>
              </a:gsLst>
              <a:lin ang="0" scaled="0"/>
            </a:gradFill>
            <a:ln>
              <a:noFill/>
            </a:ln>
          </p:spPr>
          <p:txBody>
            <a:bodyPr anchorCtr="0" anchor="ctr" bIns="76175" lIns="152375" spcFirstLastPara="1" rIns="152375" wrap="square" tIns="76175">
              <a:noAutofit/>
            </a:bodyPr>
            <a:lstStyle/>
            <a:p>
              <a:pPr indent="0" lvl="0" marL="0" marR="0" rtl="0" algn="ctr">
                <a:spcBef>
                  <a:spcPts val="0"/>
                </a:spcBef>
                <a:spcAft>
                  <a:spcPts val="0"/>
                </a:spcAft>
                <a:buNone/>
              </a:pPr>
              <a:r>
                <a:t/>
              </a:r>
              <a:endParaRPr b="0" i="0" sz="10200" u="none" cap="none" strike="noStrike">
                <a:solidFill>
                  <a:schemeClr val="lt1"/>
                </a:solidFill>
                <a:latin typeface="Calibri"/>
                <a:ea typeface="Calibri"/>
                <a:cs typeface="Calibri"/>
                <a:sym typeface="Calibri"/>
              </a:endParaRPr>
            </a:p>
          </p:txBody>
        </p:sp>
        <p:sp>
          <p:nvSpPr>
            <p:cNvPr id="16" name="Google Shape;16;p1"/>
            <p:cNvSpPr/>
            <p:nvPr/>
          </p:nvSpPr>
          <p:spPr>
            <a:xfrm>
              <a:off x="0" y="-1"/>
              <a:ext cx="12192000" cy="1130157"/>
            </a:xfrm>
            <a:prstGeom prst="flowChartDocument">
              <a:avLst/>
            </a:prstGeom>
            <a:solidFill>
              <a:srgbClr val="1F3864"/>
            </a:solidFill>
            <a:ln>
              <a:noFill/>
            </a:ln>
          </p:spPr>
          <p:txBody>
            <a:bodyPr anchorCtr="0" anchor="ctr" bIns="76175" lIns="152375" spcFirstLastPara="1" rIns="152375" wrap="square" tIns="76175">
              <a:noAutofit/>
            </a:bodyPr>
            <a:lstStyle/>
            <a:p>
              <a:pPr indent="0" lvl="0" marL="0" marR="0" rtl="0" algn="ctr">
                <a:spcBef>
                  <a:spcPts val="0"/>
                </a:spcBef>
                <a:spcAft>
                  <a:spcPts val="0"/>
                </a:spcAft>
                <a:buNone/>
              </a:pPr>
              <a:r>
                <a:t/>
              </a:r>
              <a:endParaRPr b="0" i="0" sz="10200" u="none" cap="none" strike="noStrike">
                <a:solidFill>
                  <a:schemeClr val="lt1"/>
                </a:solidFill>
                <a:latin typeface="Calibri"/>
                <a:ea typeface="Calibri"/>
                <a:cs typeface="Calibri"/>
                <a:sym typeface="Calibri"/>
              </a:endParaRPr>
            </a:p>
          </p:txBody>
        </p:sp>
      </p:gr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9.png"/><Relationship Id="rId11" Type="http://schemas.openxmlformats.org/officeDocument/2006/relationships/hyperlink" Target="mailto:hans.c.petersen2001@gmail.com" TargetMode="External"/><Relationship Id="rId10" Type="http://schemas.openxmlformats.org/officeDocument/2006/relationships/hyperlink" Target="mailto:merlinmckean@gmail.com" TargetMode="External"/><Relationship Id="rId13" Type="http://schemas.openxmlformats.org/officeDocument/2006/relationships/image" Target="../media/image11.png"/><Relationship Id="rId12" Type="http://schemas.openxmlformats.org/officeDocument/2006/relationships/hyperlink" Target="mailto:max.h.t@live.com"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image" Target="../media/image3.png"/><Relationship Id="rId9" Type="http://schemas.openxmlformats.org/officeDocument/2006/relationships/hyperlink" Target="mailto:tommy.mellott2@gmail.com" TargetMode="External"/><Relationship Id="rId15" Type="http://schemas.openxmlformats.org/officeDocument/2006/relationships/image" Target="../media/image1.png"/><Relationship Id="rId14" Type="http://schemas.openxmlformats.org/officeDocument/2006/relationships/image" Target="../media/image5.png"/><Relationship Id="rId17" Type="http://schemas.openxmlformats.org/officeDocument/2006/relationships/image" Target="../media/image7.png"/><Relationship Id="rId16" Type="http://schemas.openxmlformats.org/officeDocument/2006/relationships/image" Target="../media/image13.png"/><Relationship Id="rId5" Type="http://schemas.openxmlformats.org/officeDocument/2006/relationships/image" Target="../media/image4.png"/><Relationship Id="rId19" Type="http://schemas.openxmlformats.org/officeDocument/2006/relationships/image" Target="../media/image8.png"/><Relationship Id="rId6" Type="http://schemas.openxmlformats.org/officeDocument/2006/relationships/image" Target="../media/image12.png"/><Relationship Id="rId18" Type="http://schemas.openxmlformats.org/officeDocument/2006/relationships/image" Target="../media/image2.png"/><Relationship Id="rId7" Type="http://schemas.openxmlformats.org/officeDocument/2006/relationships/image" Target="../media/image14.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3"/>
          <p:cNvSpPr txBox="1"/>
          <p:nvPr>
            <p:ph idx="2" type="body"/>
          </p:nvPr>
        </p:nvSpPr>
        <p:spPr>
          <a:xfrm>
            <a:off x="488250" y="5287663"/>
            <a:ext cx="16991100" cy="8817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sz="4300"/>
              <a:t>ABSTRACT</a:t>
            </a:r>
            <a:endParaRPr sz="4300"/>
          </a:p>
        </p:txBody>
      </p:sp>
      <p:sp>
        <p:nvSpPr>
          <p:cNvPr id="40" name="Google Shape;40;p3"/>
          <p:cNvSpPr txBox="1"/>
          <p:nvPr>
            <p:ph idx="3" type="body"/>
          </p:nvPr>
        </p:nvSpPr>
        <p:spPr>
          <a:xfrm>
            <a:off x="388900" y="21699801"/>
            <a:ext cx="16674900" cy="4212900"/>
          </a:xfrm>
          <a:prstGeom prst="rect">
            <a:avLst/>
          </a:prstGeom>
          <a:noFill/>
          <a:ln>
            <a:noFill/>
          </a:ln>
        </p:spPr>
        <p:txBody>
          <a:bodyPr anchorCtr="0" anchor="t" bIns="272075" lIns="272075" spcFirstLastPara="1" rIns="272075" wrap="square" tIns="272075">
            <a:spAutoFit/>
          </a:bodyPr>
          <a:lstStyle/>
          <a:p>
            <a:pPr indent="-444500" lvl="0" marL="457200" rtl="0" algn="l">
              <a:spcBef>
                <a:spcPts val="0"/>
              </a:spcBef>
              <a:spcAft>
                <a:spcPts val="0"/>
              </a:spcAft>
              <a:buClr>
                <a:schemeClr val="dk1"/>
              </a:buClr>
              <a:buSzPts val="3400"/>
              <a:buFont typeface="Century Gothic"/>
              <a:buAutoNum type="arabicPeriod"/>
            </a:pPr>
            <a:r>
              <a:rPr lang="en-US" sz="3400">
                <a:solidFill>
                  <a:schemeClr val="dk1"/>
                </a:solidFill>
              </a:rPr>
              <a:t>Recreate the forecasting technique utilized by the Risk Management Agency (RMA) and conduct out-of-sample backtesting to evaluate.</a:t>
            </a:r>
            <a:endParaRPr sz="3400">
              <a:solidFill>
                <a:schemeClr val="dk1"/>
              </a:solidFill>
            </a:endParaRPr>
          </a:p>
          <a:p>
            <a:pPr indent="-444500" lvl="0" marL="457200" rtl="0" algn="l">
              <a:spcBef>
                <a:spcPts val="0"/>
              </a:spcBef>
              <a:spcAft>
                <a:spcPts val="0"/>
              </a:spcAft>
              <a:buClr>
                <a:schemeClr val="dk1"/>
              </a:buClr>
              <a:buSzPts val="3400"/>
              <a:buFont typeface="Century Gothic"/>
              <a:buAutoNum type="arabicPeriod"/>
            </a:pPr>
            <a:r>
              <a:rPr lang="en-US" sz="3400">
                <a:solidFill>
                  <a:schemeClr val="dk1"/>
                </a:solidFill>
              </a:rPr>
              <a:t>Replicate the forecasting approach devised by Watts &amp; Associates and subsequently assess its accuracy through out-of-sample backtesting.</a:t>
            </a:r>
            <a:endParaRPr sz="3400">
              <a:solidFill>
                <a:schemeClr val="dk1"/>
              </a:solidFill>
            </a:endParaRPr>
          </a:p>
          <a:p>
            <a:pPr indent="-444500" lvl="0" marL="457200" rtl="0" algn="l">
              <a:spcBef>
                <a:spcPts val="0"/>
              </a:spcBef>
              <a:spcAft>
                <a:spcPts val="0"/>
              </a:spcAft>
              <a:buClr>
                <a:schemeClr val="dk1"/>
              </a:buClr>
              <a:buSzPts val="3400"/>
              <a:buFont typeface="Century Gothic"/>
              <a:buAutoNum type="arabicPeriod"/>
            </a:pPr>
            <a:r>
              <a:rPr lang="en-US" sz="3400">
                <a:solidFill>
                  <a:schemeClr val="dk1"/>
                </a:solidFill>
              </a:rPr>
              <a:t>Apply insights gained from </a:t>
            </a:r>
            <a:r>
              <a:rPr lang="en-US" sz="3400">
                <a:solidFill>
                  <a:schemeClr val="dk1"/>
                </a:solidFill>
              </a:rPr>
              <a:t>prior</a:t>
            </a:r>
            <a:r>
              <a:rPr lang="en-US" sz="3400">
                <a:solidFill>
                  <a:schemeClr val="dk1"/>
                </a:solidFill>
              </a:rPr>
              <a:t> methods to </a:t>
            </a:r>
            <a:r>
              <a:rPr lang="en-US" sz="3400">
                <a:solidFill>
                  <a:schemeClr val="dk1"/>
                </a:solidFill>
              </a:rPr>
              <a:t>develop</a:t>
            </a:r>
            <a:r>
              <a:rPr lang="en-US" sz="3400">
                <a:solidFill>
                  <a:schemeClr val="dk1"/>
                </a:solidFill>
              </a:rPr>
              <a:t> a novel forecasting methodology aimed at surpassing the forecast accuracy of both the RMA and Watts &amp; Associates methods.</a:t>
            </a:r>
            <a:endParaRPr sz="3400">
              <a:solidFill>
                <a:schemeClr val="dk1"/>
              </a:solidFill>
            </a:endParaRPr>
          </a:p>
        </p:txBody>
      </p:sp>
      <p:sp>
        <p:nvSpPr>
          <p:cNvPr id="41" name="Google Shape;41;p3"/>
          <p:cNvSpPr txBox="1"/>
          <p:nvPr>
            <p:ph idx="4" type="body"/>
          </p:nvPr>
        </p:nvSpPr>
        <p:spPr>
          <a:xfrm>
            <a:off x="388900" y="20818088"/>
            <a:ext cx="16674900" cy="8817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sz="4300"/>
              <a:t>OBJECTIVES</a:t>
            </a:r>
            <a:endParaRPr sz="4300"/>
          </a:p>
        </p:txBody>
      </p:sp>
      <p:sp>
        <p:nvSpPr>
          <p:cNvPr id="42" name="Google Shape;42;p3"/>
          <p:cNvSpPr txBox="1"/>
          <p:nvPr>
            <p:ph idx="5" type="body"/>
          </p:nvPr>
        </p:nvSpPr>
        <p:spPr>
          <a:xfrm>
            <a:off x="36986200" y="6169375"/>
            <a:ext cx="17453700" cy="14679900"/>
          </a:xfrm>
          <a:prstGeom prst="rect">
            <a:avLst/>
          </a:prstGeom>
          <a:solidFill>
            <a:schemeClr val="lt1"/>
          </a:solidFill>
          <a:ln cap="flat" cmpd="sng" w="9525">
            <a:solidFill>
              <a:schemeClr val="lt1"/>
            </a:solidFill>
            <a:prstDash val="solid"/>
            <a:round/>
            <a:headEnd len="sm" w="sm" type="none"/>
            <a:tailEnd len="sm" w="sm" type="none"/>
          </a:ln>
        </p:spPr>
        <p:txBody>
          <a:bodyPr anchorCtr="0" anchor="t" bIns="272075" lIns="272075" spcFirstLastPara="1" rIns="272075" wrap="square" tIns="272075">
            <a:spAutoFit/>
          </a:bodyPr>
          <a:lstStyle/>
          <a:p>
            <a:pPr indent="0" lvl="0" marL="0" rtl="0" algn="l">
              <a:spcBef>
                <a:spcPts val="0"/>
              </a:spcBef>
              <a:spcAft>
                <a:spcPts val="0"/>
              </a:spcAft>
              <a:buClr>
                <a:srgbClr val="1F3864"/>
              </a:buClr>
              <a:buSzPts val="2300"/>
              <a:buNone/>
            </a:pPr>
            <a:r>
              <a:rPr b="1" lang="en-US" sz="3400">
                <a:solidFill>
                  <a:schemeClr val="dk1"/>
                </a:solidFill>
              </a:rPr>
              <a:t>Phase 1| Individual Counties</a:t>
            </a:r>
            <a:endParaRPr b="1" sz="3400">
              <a:solidFill>
                <a:schemeClr val="dk1"/>
              </a:solidFill>
            </a:endParaRPr>
          </a:p>
          <a:p>
            <a:pPr indent="-444500" lvl="0" marL="457200" rtl="0" algn="l">
              <a:spcBef>
                <a:spcPts val="0"/>
              </a:spcBef>
              <a:spcAft>
                <a:spcPts val="0"/>
              </a:spcAft>
              <a:buSzPts val="3400"/>
              <a:buFont typeface="Century Gothic"/>
              <a:buChar char="-"/>
            </a:pPr>
            <a:r>
              <a:rPr lang="en-US" sz="3400">
                <a:latin typeface="Century Gothic"/>
                <a:ea typeface="Century Gothic"/>
                <a:cs typeface="Century Gothic"/>
                <a:sym typeface="Century Gothic"/>
              </a:rPr>
              <a:t>Conducted Ordinary Least Squared (OLS) regression and </a:t>
            </a:r>
            <a:r>
              <a:rPr lang="en-US" sz="3400">
                <a:latin typeface="Century Gothic"/>
                <a:ea typeface="Century Gothic"/>
                <a:cs typeface="Century Gothic"/>
                <a:sym typeface="Century Gothic"/>
              </a:rPr>
              <a:t>piecewise</a:t>
            </a:r>
            <a:r>
              <a:rPr lang="en-US" sz="3400">
                <a:latin typeface="Century Gothic"/>
                <a:ea typeface="Century Gothic"/>
                <a:cs typeface="Century Gothic"/>
                <a:sym typeface="Century Gothic"/>
              </a:rPr>
              <a:t> single/double spline linear regression on yield by year</a:t>
            </a:r>
            <a:endParaRPr sz="3400">
              <a:latin typeface="Century Gothic"/>
              <a:ea typeface="Century Gothic"/>
              <a:cs typeface="Century Gothic"/>
              <a:sym typeface="Century Gothic"/>
            </a:endParaRPr>
          </a:p>
          <a:p>
            <a:pPr indent="-444500" lvl="1" marL="914400" rtl="0" algn="l">
              <a:spcBef>
                <a:spcPts val="0"/>
              </a:spcBef>
              <a:spcAft>
                <a:spcPts val="0"/>
              </a:spcAft>
              <a:buSzPts val="3400"/>
              <a:buFont typeface="Century Gothic"/>
              <a:buChar char="-"/>
            </a:pPr>
            <a:r>
              <a:rPr lang="en-US" sz="3400">
                <a:latin typeface="Century Gothic"/>
                <a:ea typeface="Century Gothic"/>
                <a:cs typeface="Century Gothic"/>
                <a:sym typeface="Century Gothic"/>
              </a:rPr>
              <a:t>Each spline restricted from </a:t>
            </a:r>
            <a:r>
              <a:rPr lang="en-US" sz="3400">
                <a:latin typeface="Century Gothic"/>
                <a:ea typeface="Century Gothic"/>
                <a:cs typeface="Century Gothic"/>
                <a:sym typeface="Century Gothic"/>
              </a:rPr>
              <a:t>occurring</a:t>
            </a:r>
            <a:r>
              <a:rPr lang="en-US" sz="3400">
                <a:latin typeface="Century Gothic"/>
                <a:ea typeface="Century Gothic"/>
                <a:cs typeface="Century Gothic"/>
                <a:sym typeface="Century Gothic"/>
              </a:rPr>
              <a:t> in first or final 5 years</a:t>
            </a:r>
            <a:endParaRPr sz="3400">
              <a:latin typeface="Century Gothic"/>
              <a:ea typeface="Century Gothic"/>
              <a:cs typeface="Century Gothic"/>
              <a:sym typeface="Century Gothic"/>
            </a:endParaRPr>
          </a:p>
          <a:p>
            <a:pPr indent="-444500" lvl="0" marL="457200" rtl="0" algn="l">
              <a:spcBef>
                <a:spcPts val="0"/>
              </a:spcBef>
              <a:spcAft>
                <a:spcPts val="0"/>
              </a:spcAft>
              <a:buSzPts val="3400"/>
              <a:buFont typeface="Century Gothic"/>
              <a:buChar char="-"/>
            </a:pPr>
            <a:r>
              <a:rPr lang="en-US" sz="3400">
                <a:latin typeface="Century Gothic"/>
                <a:ea typeface="Century Gothic"/>
                <a:cs typeface="Century Gothic"/>
                <a:sym typeface="Century Gothic"/>
              </a:rPr>
              <a:t>Best of the three models was selected according to minimum </a:t>
            </a:r>
            <a:r>
              <a:rPr lang="en-US" sz="3400">
                <a:latin typeface="Century Gothic"/>
                <a:ea typeface="Century Gothic"/>
                <a:cs typeface="Century Gothic"/>
                <a:sym typeface="Century Gothic"/>
              </a:rPr>
              <a:t>Akaike Information Criterion (AIC)</a:t>
            </a:r>
            <a:endParaRPr sz="3400">
              <a:latin typeface="Century Gothic"/>
              <a:ea typeface="Century Gothic"/>
              <a:cs typeface="Century Gothic"/>
              <a:sym typeface="Century Gothic"/>
            </a:endParaRPr>
          </a:p>
          <a:p>
            <a:pPr indent="0" lvl="0" marL="914400" rtl="0" algn="l">
              <a:spcBef>
                <a:spcPts val="0"/>
              </a:spcBef>
              <a:spcAft>
                <a:spcPts val="0"/>
              </a:spcAft>
              <a:buNone/>
            </a:pPr>
            <a:r>
              <a:t/>
            </a:r>
            <a:endParaRPr sz="3400">
              <a:solidFill>
                <a:schemeClr val="dk1"/>
              </a:solidFill>
            </a:endParaRPr>
          </a:p>
          <a:p>
            <a:pPr indent="0" lvl="0" marL="0" rtl="0" algn="l">
              <a:spcBef>
                <a:spcPts val="0"/>
              </a:spcBef>
              <a:spcAft>
                <a:spcPts val="0"/>
              </a:spcAft>
              <a:buNone/>
            </a:pPr>
            <a:r>
              <a:rPr b="1" lang="en-US" sz="3400">
                <a:solidFill>
                  <a:schemeClr val="dk1"/>
                </a:solidFill>
              </a:rPr>
              <a:t>Phase 2| Counties within Risk Region</a:t>
            </a:r>
            <a:endParaRPr b="1" sz="3400">
              <a:solidFill>
                <a:schemeClr val="dk1"/>
              </a:solidFill>
            </a:endParaRPr>
          </a:p>
          <a:p>
            <a:pPr indent="-444500" lvl="0" marL="457200" rtl="0" algn="l">
              <a:spcBef>
                <a:spcPts val="0"/>
              </a:spcBef>
              <a:spcAft>
                <a:spcPts val="0"/>
              </a:spcAft>
              <a:buSzPts val="3400"/>
              <a:buFont typeface="Century Gothic"/>
              <a:buChar char="-"/>
            </a:pPr>
            <a:r>
              <a:rPr lang="en-US" sz="3400">
                <a:latin typeface="Century Gothic"/>
                <a:ea typeface="Century Gothic"/>
                <a:cs typeface="Century Gothic"/>
                <a:sym typeface="Century Gothic"/>
              </a:rPr>
              <a:t>Conducted the same three regressions under same restrictions on each risk region and selected best model according to minimum AIC</a:t>
            </a:r>
            <a:endParaRPr sz="3400">
              <a:latin typeface="Century Gothic"/>
              <a:ea typeface="Century Gothic"/>
              <a:cs typeface="Century Gothic"/>
              <a:sym typeface="Century Gothic"/>
            </a:endParaRPr>
          </a:p>
          <a:p>
            <a:pPr indent="-444500" lvl="0" marL="457200" rtl="0" algn="l">
              <a:spcBef>
                <a:spcPts val="0"/>
              </a:spcBef>
              <a:spcAft>
                <a:spcPts val="0"/>
              </a:spcAft>
              <a:buSzPts val="3400"/>
              <a:buFont typeface="Century Gothic"/>
              <a:buChar char="-"/>
            </a:pPr>
            <a:r>
              <a:rPr lang="en-US" sz="3400">
                <a:latin typeface="Century Gothic"/>
                <a:ea typeface="Century Gothic"/>
                <a:cs typeface="Century Gothic"/>
                <a:sym typeface="Century Gothic"/>
              </a:rPr>
              <a:t>Vertically shifted each county within risk region by the mean yield difference from risk region over the 30-year window</a:t>
            </a:r>
            <a:endParaRPr sz="3400">
              <a:latin typeface="Century Gothic"/>
              <a:ea typeface="Century Gothic"/>
              <a:cs typeface="Century Gothic"/>
              <a:sym typeface="Century Gothic"/>
            </a:endParaRPr>
          </a:p>
          <a:p>
            <a:pPr indent="0" lvl="0" marL="914400" rtl="0" algn="l">
              <a:spcBef>
                <a:spcPts val="0"/>
              </a:spcBef>
              <a:spcAft>
                <a:spcPts val="0"/>
              </a:spcAft>
              <a:buNone/>
            </a:pPr>
            <a:r>
              <a:t/>
            </a:r>
            <a:endParaRPr sz="3400">
              <a:solidFill>
                <a:schemeClr val="dk1"/>
              </a:solidFill>
            </a:endParaRPr>
          </a:p>
          <a:p>
            <a:pPr indent="0" lvl="0" marL="0" rtl="0" algn="l">
              <a:spcBef>
                <a:spcPts val="0"/>
              </a:spcBef>
              <a:spcAft>
                <a:spcPts val="0"/>
              </a:spcAft>
              <a:buNone/>
            </a:pPr>
            <a:r>
              <a:rPr b="1" lang="en-US" sz="3400">
                <a:solidFill>
                  <a:schemeClr val="dk1"/>
                </a:solidFill>
              </a:rPr>
              <a:t>Phase 3</a:t>
            </a:r>
            <a:endParaRPr b="1" sz="3400">
              <a:solidFill>
                <a:schemeClr val="dk1"/>
              </a:solidFill>
            </a:endParaRPr>
          </a:p>
          <a:p>
            <a:pPr indent="-444500" lvl="0" marL="457200" rtl="0" algn="l">
              <a:spcBef>
                <a:spcPts val="0"/>
              </a:spcBef>
              <a:spcAft>
                <a:spcPts val="0"/>
              </a:spcAft>
              <a:buClr>
                <a:schemeClr val="dk1"/>
              </a:buClr>
              <a:buSzPts val="3400"/>
              <a:buChar char="-"/>
            </a:pPr>
            <a:r>
              <a:rPr b="1" lang="en-US" sz="3400">
                <a:solidFill>
                  <a:schemeClr val="dk1"/>
                </a:solidFill>
              </a:rPr>
              <a:t>Part I | Forecast Window Expansion</a:t>
            </a:r>
            <a:endParaRPr b="1" sz="3400">
              <a:solidFill>
                <a:schemeClr val="dk1"/>
              </a:solidFill>
            </a:endParaRPr>
          </a:p>
          <a:p>
            <a:pPr indent="0" lvl="0" marL="457200" rtl="0" algn="l">
              <a:spcBef>
                <a:spcPts val="0"/>
              </a:spcBef>
              <a:spcAft>
                <a:spcPts val="0"/>
              </a:spcAft>
              <a:buNone/>
            </a:pPr>
            <a:r>
              <a:rPr lang="en-US" sz="3400">
                <a:solidFill>
                  <a:schemeClr val="dk1"/>
                </a:solidFill>
              </a:rPr>
              <a:t>Replicate Phase 1 and Phase 2 methodologies, but constrain the final spline from occurring within the final 5, 10, and 15 years</a:t>
            </a:r>
            <a:endParaRPr sz="3400">
              <a:solidFill>
                <a:schemeClr val="dk1"/>
              </a:solidFill>
            </a:endParaRPr>
          </a:p>
          <a:p>
            <a:pPr indent="-444500" lvl="0" marL="457200" rtl="0" algn="l">
              <a:spcBef>
                <a:spcPts val="0"/>
              </a:spcBef>
              <a:spcAft>
                <a:spcPts val="0"/>
              </a:spcAft>
              <a:buClr>
                <a:schemeClr val="dk1"/>
              </a:buClr>
              <a:buSzPts val="3400"/>
              <a:buChar char="-"/>
            </a:pPr>
            <a:r>
              <a:rPr b="1" lang="en-US" sz="3400">
                <a:solidFill>
                  <a:schemeClr val="dk1"/>
                </a:solidFill>
              </a:rPr>
              <a:t>Part II  | Nonnegativity Constraint</a:t>
            </a:r>
            <a:endParaRPr b="1" sz="3400">
              <a:solidFill>
                <a:schemeClr val="dk1"/>
              </a:solidFill>
            </a:endParaRPr>
          </a:p>
          <a:p>
            <a:pPr indent="0" lvl="0" marL="457200" rtl="0" algn="l">
              <a:spcBef>
                <a:spcPts val="0"/>
              </a:spcBef>
              <a:spcAft>
                <a:spcPts val="0"/>
              </a:spcAft>
              <a:buNone/>
            </a:pPr>
            <a:r>
              <a:rPr lang="en-US" sz="3400">
                <a:solidFill>
                  <a:schemeClr val="dk1"/>
                </a:solidFill>
              </a:rPr>
              <a:t>Replicate Phase 1 and Phase 2 methodologies, but constrain the slope after the final spline from being negative</a:t>
            </a:r>
            <a:endParaRPr sz="3400">
              <a:solidFill>
                <a:schemeClr val="dk1"/>
              </a:solidFill>
            </a:endParaRPr>
          </a:p>
          <a:p>
            <a:pPr indent="0" lvl="0" marL="457200" rtl="0" algn="l">
              <a:spcBef>
                <a:spcPts val="0"/>
              </a:spcBef>
              <a:spcAft>
                <a:spcPts val="0"/>
              </a:spcAft>
              <a:buNone/>
            </a:pPr>
            <a:r>
              <a:t/>
            </a:r>
            <a:endParaRPr sz="3400">
              <a:solidFill>
                <a:schemeClr val="dk1"/>
              </a:solidFill>
            </a:endParaRPr>
          </a:p>
          <a:p>
            <a:pPr indent="0" lvl="0" marL="0" rtl="0" algn="l">
              <a:spcBef>
                <a:spcPts val="0"/>
              </a:spcBef>
              <a:spcAft>
                <a:spcPts val="0"/>
              </a:spcAft>
              <a:buNone/>
            </a:pPr>
            <a:r>
              <a:rPr b="1" lang="en-US" sz="3400">
                <a:solidFill>
                  <a:schemeClr val="dk1"/>
                </a:solidFill>
              </a:rPr>
              <a:t>Comparison: </a:t>
            </a:r>
            <a:endParaRPr b="1" sz="3400">
              <a:solidFill>
                <a:schemeClr val="dk1"/>
              </a:solidFill>
            </a:endParaRPr>
          </a:p>
          <a:p>
            <a:pPr indent="-444500" lvl="0" marL="457200" rtl="0" algn="l">
              <a:spcBef>
                <a:spcPts val="0"/>
              </a:spcBef>
              <a:spcAft>
                <a:spcPts val="0"/>
              </a:spcAft>
              <a:buClr>
                <a:schemeClr val="dk1"/>
              </a:buClr>
              <a:buSzPts val="3400"/>
              <a:buFont typeface="Century Gothic"/>
              <a:buChar char="-"/>
            </a:pPr>
            <a:r>
              <a:rPr lang="en-US" sz="3400">
                <a:solidFill>
                  <a:schemeClr val="dk1"/>
                </a:solidFill>
              </a:rPr>
              <a:t>Models are extrapolated 2 years ahead for out-of-sample backtesting</a:t>
            </a:r>
            <a:endParaRPr sz="3400">
              <a:solidFill>
                <a:schemeClr val="dk1"/>
              </a:solidFill>
            </a:endParaRPr>
          </a:p>
          <a:p>
            <a:pPr indent="-444500" lvl="0" marL="457200" rtl="0" algn="l">
              <a:spcBef>
                <a:spcPts val="0"/>
              </a:spcBef>
              <a:spcAft>
                <a:spcPts val="0"/>
              </a:spcAft>
              <a:buClr>
                <a:schemeClr val="dk1"/>
              </a:buClr>
              <a:buSzPts val="3400"/>
              <a:buFont typeface="Century Gothic"/>
              <a:buChar char="-"/>
            </a:pPr>
            <a:r>
              <a:rPr lang="en-US" sz="3400">
                <a:solidFill>
                  <a:schemeClr val="dk1"/>
                </a:solidFill>
              </a:rPr>
              <a:t>Calculated the Root Mean Squared Forecast Error (RMSFE) for all forecasts</a:t>
            </a:r>
            <a:endParaRPr sz="3400">
              <a:solidFill>
                <a:schemeClr val="dk1"/>
              </a:solidFill>
            </a:endParaRPr>
          </a:p>
          <a:p>
            <a:pPr indent="0" lvl="0" marL="0" rtl="0" algn="l">
              <a:spcBef>
                <a:spcPts val="0"/>
              </a:spcBef>
              <a:spcAft>
                <a:spcPts val="0"/>
              </a:spcAft>
              <a:buNone/>
            </a:pPr>
            <a:r>
              <a:t/>
            </a:r>
            <a:endParaRPr sz="3400"/>
          </a:p>
          <a:p>
            <a:pPr indent="0" lvl="0" marL="0" rtl="0" algn="l">
              <a:spcBef>
                <a:spcPts val="0"/>
              </a:spcBef>
              <a:spcAft>
                <a:spcPts val="0"/>
              </a:spcAft>
              <a:buNone/>
            </a:pPr>
            <a:r>
              <a:t/>
            </a:r>
            <a:endParaRPr sz="3400"/>
          </a:p>
          <a:p>
            <a:pPr indent="0" lvl="0" marL="0" rtl="0" algn="l">
              <a:spcBef>
                <a:spcPts val="0"/>
              </a:spcBef>
              <a:spcAft>
                <a:spcPts val="0"/>
              </a:spcAft>
              <a:buNone/>
            </a:pPr>
            <a:r>
              <a:t/>
            </a:r>
            <a:endParaRPr sz="3400"/>
          </a:p>
        </p:txBody>
      </p:sp>
      <p:sp>
        <p:nvSpPr>
          <p:cNvPr id="43" name="Google Shape;43;p3"/>
          <p:cNvSpPr txBox="1"/>
          <p:nvPr>
            <p:ph idx="6" type="body"/>
          </p:nvPr>
        </p:nvSpPr>
        <p:spPr>
          <a:xfrm>
            <a:off x="36986200" y="5287663"/>
            <a:ext cx="17453700" cy="8817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sz="4300"/>
              <a:t>FORECASTING METHODOLOGY</a:t>
            </a:r>
            <a:endParaRPr sz="4300"/>
          </a:p>
        </p:txBody>
      </p:sp>
      <p:sp>
        <p:nvSpPr>
          <p:cNvPr id="44" name="Google Shape;44;p3"/>
          <p:cNvSpPr txBox="1"/>
          <p:nvPr>
            <p:ph idx="8" type="body"/>
          </p:nvPr>
        </p:nvSpPr>
        <p:spPr>
          <a:xfrm>
            <a:off x="18505925" y="5289513"/>
            <a:ext cx="17453700" cy="8817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sz="4300"/>
              <a:t>RESULTS</a:t>
            </a:r>
            <a:endParaRPr sz="4300"/>
          </a:p>
        </p:txBody>
      </p:sp>
      <p:sp>
        <p:nvSpPr>
          <p:cNvPr id="45" name="Google Shape;45;p3"/>
          <p:cNvSpPr txBox="1"/>
          <p:nvPr>
            <p:ph idx="9" type="body"/>
          </p:nvPr>
        </p:nvSpPr>
        <p:spPr>
          <a:xfrm>
            <a:off x="36986200" y="19298175"/>
            <a:ext cx="17453700" cy="8817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sz="4300"/>
              <a:t>CONCLUSION</a:t>
            </a:r>
            <a:endParaRPr sz="4300"/>
          </a:p>
        </p:txBody>
      </p:sp>
      <p:sp>
        <p:nvSpPr>
          <p:cNvPr id="46" name="Google Shape;46;p3"/>
          <p:cNvSpPr txBox="1"/>
          <p:nvPr>
            <p:ph idx="16" type="body"/>
          </p:nvPr>
        </p:nvSpPr>
        <p:spPr>
          <a:xfrm>
            <a:off x="36986325" y="31768550"/>
            <a:ext cx="17208900" cy="7278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a:t>ACKNOWLEDGEMENTS</a:t>
            </a:r>
            <a:endParaRPr/>
          </a:p>
        </p:txBody>
      </p:sp>
      <p:sp>
        <p:nvSpPr>
          <p:cNvPr id="47" name="Google Shape;47;p3"/>
          <p:cNvSpPr txBox="1"/>
          <p:nvPr>
            <p:ph idx="18" type="body"/>
          </p:nvPr>
        </p:nvSpPr>
        <p:spPr>
          <a:xfrm>
            <a:off x="7296727" y="1955900"/>
            <a:ext cx="40270500" cy="1015800"/>
          </a:xfrm>
          <a:prstGeom prst="rect">
            <a:avLst/>
          </a:prstGeom>
          <a:noFill/>
          <a:ln>
            <a:noFill/>
          </a:ln>
        </p:spPr>
        <p:txBody>
          <a:bodyPr anchorCtr="0" anchor="t" bIns="76175" lIns="152375" spcFirstLastPara="1" rIns="152375" wrap="square" tIns="76175">
            <a:spAutoFit/>
          </a:bodyPr>
          <a:lstStyle/>
          <a:p>
            <a:pPr indent="0" lvl="0" marL="0" rtl="0" algn="ctr">
              <a:spcBef>
                <a:spcPts val="0"/>
              </a:spcBef>
              <a:spcAft>
                <a:spcPts val="0"/>
              </a:spcAft>
              <a:buClr>
                <a:schemeClr val="lt1"/>
              </a:buClr>
              <a:buSzPts val="4700"/>
              <a:buFont typeface="Century Gothic"/>
              <a:buNone/>
            </a:pPr>
            <a:r>
              <a:rPr lang="en-US" sz="5600"/>
              <a:t>Tommy Mellott | Hans Petersen | Merlin McKean | Max Taylor</a:t>
            </a:r>
            <a:endParaRPr sz="5600"/>
          </a:p>
        </p:txBody>
      </p:sp>
      <p:sp>
        <p:nvSpPr>
          <p:cNvPr id="48" name="Google Shape;48;p3"/>
          <p:cNvSpPr txBox="1"/>
          <p:nvPr>
            <p:ph idx="19" type="body"/>
          </p:nvPr>
        </p:nvSpPr>
        <p:spPr>
          <a:xfrm>
            <a:off x="7296727" y="3107873"/>
            <a:ext cx="40270500" cy="738900"/>
          </a:xfrm>
          <a:prstGeom prst="rect">
            <a:avLst/>
          </a:prstGeom>
          <a:noFill/>
          <a:ln>
            <a:noFill/>
          </a:ln>
        </p:spPr>
        <p:txBody>
          <a:bodyPr anchorCtr="0" anchor="t" bIns="76175" lIns="152375" spcFirstLastPara="1" rIns="152375" wrap="square" tIns="76175">
            <a:spAutoFit/>
          </a:bodyPr>
          <a:lstStyle/>
          <a:p>
            <a:pPr indent="0" lvl="0" marL="0" rtl="0" algn="ctr">
              <a:spcBef>
                <a:spcPts val="0"/>
              </a:spcBef>
              <a:spcAft>
                <a:spcPts val="0"/>
              </a:spcAft>
              <a:buClr>
                <a:schemeClr val="lt1"/>
              </a:buClr>
              <a:buSzPts val="3300"/>
              <a:buFont typeface="Century Gothic"/>
              <a:buNone/>
            </a:pPr>
            <a:r>
              <a:rPr lang="en-US" sz="3800"/>
              <a:t>Montana State </a:t>
            </a:r>
            <a:r>
              <a:rPr lang="en-US" sz="3800"/>
              <a:t>University</a:t>
            </a:r>
            <a:r>
              <a:rPr lang="en-US" sz="3800"/>
              <a:t> | Watts and Associates - </a:t>
            </a:r>
            <a:r>
              <a:rPr lang="en-US" sz="3800"/>
              <a:t>Agricultural</a:t>
            </a:r>
            <a:r>
              <a:rPr lang="en-US" sz="3800"/>
              <a:t> Risk Management</a:t>
            </a:r>
            <a:endParaRPr sz="3800"/>
          </a:p>
        </p:txBody>
      </p:sp>
      <p:sp>
        <p:nvSpPr>
          <p:cNvPr id="49" name="Google Shape;49;p3"/>
          <p:cNvSpPr txBox="1"/>
          <p:nvPr>
            <p:ph idx="20" type="body"/>
          </p:nvPr>
        </p:nvSpPr>
        <p:spPr>
          <a:xfrm>
            <a:off x="7296727" y="393558"/>
            <a:ext cx="40270500" cy="1462200"/>
          </a:xfrm>
          <a:prstGeom prst="rect">
            <a:avLst/>
          </a:prstGeom>
          <a:noFill/>
          <a:ln>
            <a:noFill/>
          </a:ln>
        </p:spPr>
        <p:txBody>
          <a:bodyPr anchorCtr="0" anchor="t" bIns="76175" lIns="152375" spcFirstLastPara="1" rIns="152375" wrap="square" tIns="76175">
            <a:spAutoFit/>
          </a:bodyPr>
          <a:lstStyle/>
          <a:p>
            <a:pPr indent="0" lvl="0" marL="0" rtl="0" algn="ctr">
              <a:spcBef>
                <a:spcPts val="0"/>
              </a:spcBef>
              <a:spcAft>
                <a:spcPts val="0"/>
              </a:spcAft>
              <a:buClr>
                <a:schemeClr val="lt1"/>
              </a:buClr>
              <a:buSzPts val="7300"/>
              <a:buFont typeface="Century Gothic"/>
              <a:buNone/>
            </a:pPr>
            <a:r>
              <a:rPr lang="en-US" sz="8500"/>
              <a:t>Harvesting Certainty: Innovation in Agricultural Yield Forecasting</a:t>
            </a:r>
            <a:endParaRPr sz="8500"/>
          </a:p>
        </p:txBody>
      </p:sp>
      <p:pic>
        <p:nvPicPr>
          <p:cNvPr id="50" name="Google Shape;50;p3"/>
          <p:cNvPicPr preferRelativeResize="0"/>
          <p:nvPr/>
        </p:nvPicPr>
        <p:blipFill>
          <a:blip r:embed="rId3">
            <a:alphaModFix/>
          </a:blip>
          <a:stretch>
            <a:fillRect/>
          </a:stretch>
        </p:blipFill>
        <p:spPr>
          <a:xfrm>
            <a:off x="-3" y="-3"/>
            <a:ext cx="6616249" cy="4647541"/>
          </a:xfrm>
          <a:prstGeom prst="rect">
            <a:avLst/>
          </a:prstGeom>
          <a:noFill/>
          <a:ln>
            <a:noFill/>
          </a:ln>
        </p:spPr>
      </p:pic>
      <p:pic>
        <p:nvPicPr>
          <p:cNvPr id="51" name="Google Shape;51;p3"/>
          <p:cNvPicPr preferRelativeResize="0"/>
          <p:nvPr/>
        </p:nvPicPr>
        <p:blipFill>
          <a:blip r:embed="rId4">
            <a:alphaModFix/>
          </a:blip>
          <a:stretch>
            <a:fillRect/>
          </a:stretch>
        </p:blipFill>
        <p:spPr>
          <a:xfrm>
            <a:off x="48659309" y="1"/>
            <a:ext cx="6204691" cy="4647542"/>
          </a:xfrm>
          <a:prstGeom prst="rect">
            <a:avLst/>
          </a:prstGeom>
          <a:noFill/>
          <a:ln>
            <a:noFill/>
          </a:ln>
        </p:spPr>
      </p:pic>
      <p:pic>
        <p:nvPicPr>
          <p:cNvPr id="52" name="Google Shape;52;p3"/>
          <p:cNvPicPr preferRelativeResize="0"/>
          <p:nvPr/>
        </p:nvPicPr>
        <p:blipFill>
          <a:blip r:embed="rId5">
            <a:alphaModFix/>
          </a:blip>
          <a:stretch>
            <a:fillRect/>
          </a:stretch>
        </p:blipFill>
        <p:spPr>
          <a:xfrm>
            <a:off x="12979400" y="27990411"/>
            <a:ext cx="8009082" cy="6155275"/>
          </a:xfrm>
          <a:prstGeom prst="rect">
            <a:avLst/>
          </a:prstGeom>
          <a:noFill/>
          <a:ln>
            <a:noFill/>
          </a:ln>
        </p:spPr>
      </p:pic>
      <p:pic>
        <p:nvPicPr>
          <p:cNvPr id="53" name="Google Shape;53;p3"/>
          <p:cNvPicPr preferRelativeResize="0"/>
          <p:nvPr/>
        </p:nvPicPr>
        <p:blipFill rotWithShape="1">
          <a:blip r:embed="rId6">
            <a:alphaModFix/>
          </a:blip>
          <a:srcRect b="0" l="0" r="0" t="2028"/>
          <a:stretch/>
        </p:blipFill>
        <p:spPr>
          <a:xfrm>
            <a:off x="2440250" y="25737975"/>
            <a:ext cx="12459149" cy="8654151"/>
          </a:xfrm>
          <a:prstGeom prst="rect">
            <a:avLst/>
          </a:prstGeom>
          <a:noFill/>
          <a:ln cap="flat" cmpd="sng" w="9525">
            <a:solidFill>
              <a:schemeClr val="dk1"/>
            </a:solidFill>
            <a:prstDash val="solid"/>
            <a:round/>
            <a:headEnd len="sm" w="sm" type="none"/>
            <a:tailEnd len="sm" w="sm" type="none"/>
          </a:ln>
        </p:spPr>
      </p:pic>
      <p:sp>
        <p:nvSpPr>
          <p:cNvPr id="54" name="Google Shape;54;p3"/>
          <p:cNvSpPr txBox="1"/>
          <p:nvPr/>
        </p:nvSpPr>
        <p:spPr>
          <a:xfrm>
            <a:off x="488250" y="6169375"/>
            <a:ext cx="16991100" cy="8081100"/>
          </a:xfrm>
          <a:prstGeom prst="rect">
            <a:avLst/>
          </a:prstGeom>
          <a:noFill/>
          <a:ln cap="flat" cmpd="sng" w="9525">
            <a:solidFill>
              <a:schemeClr val="lt1"/>
            </a:solidFill>
            <a:prstDash val="solid"/>
            <a:round/>
            <a:headEnd len="sm" w="sm" type="none"/>
            <a:tailEnd len="sm" w="sm" type="none"/>
          </a:ln>
        </p:spPr>
        <p:txBody>
          <a:bodyPr anchorCtr="0" anchor="t" bIns="152375" lIns="152375" spcFirstLastPara="1" rIns="152375" wrap="square" tIns="152375">
            <a:spAutoFit/>
          </a:bodyPr>
          <a:lstStyle/>
          <a:p>
            <a:pPr indent="0" lvl="0" marL="0" rtl="0" algn="l">
              <a:spcBef>
                <a:spcPts val="0"/>
              </a:spcBef>
              <a:spcAft>
                <a:spcPts val="0"/>
              </a:spcAft>
              <a:buNone/>
            </a:pPr>
            <a:r>
              <a:rPr lang="en-US" sz="3400">
                <a:solidFill>
                  <a:srgbClr val="0D0D0D"/>
                </a:solidFill>
                <a:highlight>
                  <a:srgbClr val="FFFFFF"/>
                </a:highlight>
                <a:latin typeface="Century Gothic"/>
                <a:ea typeface="Century Gothic"/>
                <a:cs typeface="Century Gothic"/>
                <a:sym typeface="Century Gothic"/>
              </a:rPr>
              <a:t>Crop insurance mitigates risks for agricultural producers by providing protection in the event of adverse growing conditions. This insurance product is contingent upon the accuracy of crop yield forecasting. </a:t>
            </a:r>
            <a:r>
              <a:rPr lang="en-US" sz="3400">
                <a:solidFill>
                  <a:srgbClr val="0D0D0D"/>
                </a:solidFill>
                <a:highlight>
                  <a:srgbClr val="FFFFFF"/>
                </a:highlight>
                <a:latin typeface="Century Gothic"/>
                <a:ea typeface="Century Gothic"/>
                <a:cs typeface="Century Gothic"/>
                <a:sym typeface="Century Gothic"/>
              </a:rPr>
              <a:t>Inaccuracies can lead to unexpected financial burdens for producers, insurance companies, or the government, ultimately affecting consumers in the following ways:</a:t>
            </a:r>
            <a:endParaRPr sz="3400">
              <a:solidFill>
                <a:srgbClr val="0D0D0D"/>
              </a:solidFill>
              <a:highlight>
                <a:srgbClr val="FFFFFF"/>
              </a:highlight>
              <a:latin typeface="Century Gothic"/>
              <a:ea typeface="Century Gothic"/>
              <a:cs typeface="Century Gothic"/>
              <a:sym typeface="Century Gothic"/>
            </a:endParaRPr>
          </a:p>
          <a:p>
            <a:pPr indent="457200" lvl="0" marL="2286000" rtl="0" algn="l">
              <a:spcBef>
                <a:spcPts val="0"/>
              </a:spcBef>
              <a:spcAft>
                <a:spcPts val="0"/>
              </a:spcAft>
              <a:buNone/>
            </a:pPr>
            <a:r>
              <a:rPr b="1" lang="en-US" sz="3600">
                <a:solidFill>
                  <a:srgbClr val="0D0D0D"/>
                </a:solidFill>
                <a:highlight>
                  <a:srgbClr val="FFFFFF"/>
                </a:highlight>
                <a:latin typeface="Century Gothic"/>
                <a:ea typeface="Century Gothic"/>
                <a:cs typeface="Century Gothic"/>
                <a:sym typeface="Century Gothic"/>
              </a:rPr>
              <a:t>Inaccurate Forecasts  →   1) Higher Taxes</a:t>
            </a:r>
            <a:endParaRPr b="1" sz="3600">
              <a:solidFill>
                <a:srgbClr val="0D0D0D"/>
              </a:solidFill>
              <a:highlight>
                <a:srgbClr val="FFFFFF"/>
              </a:highlight>
              <a:latin typeface="Century Gothic"/>
              <a:ea typeface="Century Gothic"/>
              <a:cs typeface="Century Gothic"/>
              <a:sym typeface="Century Gothic"/>
            </a:endParaRPr>
          </a:p>
          <a:p>
            <a:pPr indent="0" lvl="0" marL="0" rtl="0" algn="ctr">
              <a:spcBef>
                <a:spcPts val="0"/>
              </a:spcBef>
              <a:spcAft>
                <a:spcPts val="0"/>
              </a:spcAft>
              <a:buNone/>
            </a:pPr>
            <a:r>
              <a:rPr b="1" lang="en-US" sz="3600">
                <a:solidFill>
                  <a:srgbClr val="0D0D0D"/>
                </a:solidFill>
                <a:highlight>
                  <a:srgbClr val="FFFFFF"/>
                </a:highlight>
                <a:latin typeface="Century Gothic"/>
                <a:ea typeface="Century Gothic"/>
                <a:cs typeface="Century Gothic"/>
                <a:sym typeface="Century Gothic"/>
              </a:rPr>
              <a:t>							 				2) Higher Food Prices</a:t>
            </a:r>
            <a:endParaRPr b="1" sz="3600">
              <a:solidFill>
                <a:srgbClr val="0D0D0D"/>
              </a:solidFill>
              <a:highlight>
                <a:srgbClr val="FFFFFF"/>
              </a:highlight>
              <a:latin typeface="Century Gothic"/>
              <a:ea typeface="Century Gothic"/>
              <a:cs typeface="Century Gothic"/>
              <a:sym typeface="Century Gothic"/>
            </a:endParaRPr>
          </a:p>
          <a:p>
            <a:pPr indent="0" lvl="0" marL="0" rtl="0" algn="ctr">
              <a:spcBef>
                <a:spcPts val="0"/>
              </a:spcBef>
              <a:spcAft>
                <a:spcPts val="0"/>
              </a:spcAft>
              <a:buNone/>
            </a:pPr>
            <a:r>
              <a:rPr b="1" lang="en-US" sz="3600">
                <a:solidFill>
                  <a:srgbClr val="0D0D0D"/>
                </a:solidFill>
                <a:highlight>
                  <a:srgbClr val="FFFFFF"/>
                </a:highlight>
                <a:latin typeface="Century Gothic"/>
                <a:ea typeface="Century Gothic"/>
                <a:cs typeface="Century Gothic"/>
                <a:sym typeface="Century Gothic"/>
              </a:rPr>
              <a:t>										  					3) Decreased Quality of Food</a:t>
            </a:r>
            <a:endParaRPr b="1" sz="3600">
              <a:solidFill>
                <a:srgbClr val="0D0D0D"/>
              </a:solidFill>
              <a:highlight>
                <a:srgbClr val="FFFFFF"/>
              </a:highlight>
              <a:latin typeface="Century Gothic"/>
              <a:ea typeface="Century Gothic"/>
              <a:cs typeface="Century Gothic"/>
              <a:sym typeface="Century Gothic"/>
            </a:endParaRPr>
          </a:p>
          <a:p>
            <a:pPr indent="0" lvl="0" marL="0" rtl="0" algn="ctr">
              <a:spcBef>
                <a:spcPts val="0"/>
              </a:spcBef>
              <a:spcAft>
                <a:spcPts val="0"/>
              </a:spcAft>
              <a:buNone/>
            </a:pPr>
            <a:r>
              <a:rPr b="1" lang="en-US" sz="3600">
                <a:solidFill>
                  <a:srgbClr val="0D0D0D"/>
                </a:solidFill>
                <a:highlight>
                  <a:srgbClr val="FFFFFF"/>
                </a:highlight>
                <a:latin typeface="Century Gothic"/>
                <a:ea typeface="Century Gothic"/>
                <a:cs typeface="Century Gothic"/>
                <a:sym typeface="Century Gothic"/>
              </a:rPr>
              <a:t>									  				 4) Disincentivized Farmers</a:t>
            </a:r>
            <a:endParaRPr b="1" sz="3600">
              <a:solidFill>
                <a:srgbClr val="0D0D0D"/>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rPr lang="en-US" sz="3400">
                <a:solidFill>
                  <a:srgbClr val="0D0D0D"/>
                </a:solidFill>
                <a:highlight>
                  <a:srgbClr val="FFFFFF"/>
                </a:highlight>
                <a:latin typeface="Century Gothic"/>
                <a:ea typeface="Century Gothic"/>
                <a:cs typeface="Century Gothic"/>
                <a:sym typeface="Century Gothic"/>
              </a:rPr>
              <a:t>Considering contemporary methods, researching novel methods, and considering underlying economic assumptions, the team formulated a forecasting model that historically outperformed models used </a:t>
            </a:r>
            <a:r>
              <a:rPr lang="en-US" sz="3400">
                <a:solidFill>
                  <a:srgbClr val="0D0D0D"/>
                </a:solidFill>
                <a:highlight>
                  <a:srgbClr val="FFFFFF"/>
                </a:highlight>
                <a:latin typeface="Century Gothic"/>
                <a:ea typeface="Century Gothic"/>
                <a:cs typeface="Century Gothic"/>
                <a:sym typeface="Century Gothic"/>
              </a:rPr>
              <a:t>today.</a:t>
            </a:r>
            <a:endParaRPr sz="3400">
              <a:solidFill>
                <a:srgbClr val="0D0D0D"/>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3400">
              <a:solidFill>
                <a:srgbClr val="0D0D0D"/>
              </a:solidFill>
              <a:highlight>
                <a:srgbClr val="FFFFFF"/>
              </a:highlight>
              <a:latin typeface="Century Gothic"/>
              <a:ea typeface="Century Gothic"/>
              <a:cs typeface="Century Gothic"/>
              <a:sym typeface="Century Gothic"/>
            </a:endParaRPr>
          </a:p>
          <a:p>
            <a:pPr indent="0" lvl="0" marL="0" rtl="0" algn="l">
              <a:spcBef>
                <a:spcPts val="0"/>
              </a:spcBef>
              <a:spcAft>
                <a:spcPts val="0"/>
              </a:spcAft>
              <a:buNone/>
            </a:pPr>
            <a:r>
              <a:t/>
            </a:r>
            <a:endParaRPr sz="3000">
              <a:solidFill>
                <a:srgbClr val="1F3864"/>
              </a:solidFill>
              <a:latin typeface="Century Gothic"/>
              <a:ea typeface="Century Gothic"/>
              <a:cs typeface="Century Gothic"/>
              <a:sym typeface="Century Gothic"/>
            </a:endParaRPr>
          </a:p>
          <a:p>
            <a:pPr indent="0" lvl="0" marL="0" rtl="0" algn="l">
              <a:spcBef>
                <a:spcPts val="0"/>
              </a:spcBef>
              <a:spcAft>
                <a:spcPts val="0"/>
              </a:spcAft>
              <a:buNone/>
            </a:pPr>
            <a:r>
              <a:t/>
            </a:r>
            <a:endParaRPr sz="2500">
              <a:solidFill>
                <a:srgbClr val="1F3864"/>
              </a:solidFill>
              <a:latin typeface="Century Gothic"/>
              <a:ea typeface="Century Gothic"/>
              <a:cs typeface="Century Gothic"/>
              <a:sym typeface="Century Gothic"/>
            </a:endParaRPr>
          </a:p>
        </p:txBody>
      </p:sp>
      <p:pic>
        <p:nvPicPr>
          <p:cNvPr id="55" name="Google Shape;55;p3"/>
          <p:cNvPicPr preferRelativeResize="0"/>
          <p:nvPr/>
        </p:nvPicPr>
        <p:blipFill>
          <a:blip r:embed="rId7">
            <a:alphaModFix/>
          </a:blip>
          <a:stretch>
            <a:fillRect/>
          </a:stretch>
        </p:blipFill>
        <p:spPr>
          <a:xfrm>
            <a:off x="18944825" y="6809475"/>
            <a:ext cx="8097075" cy="6770405"/>
          </a:xfrm>
          <a:prstGeom prst="rect">
            <a:avLst/>
          </a:prstGeom>
          <a:noFill/>
          <a:ln cap="flat" cmpd="sng" w="9525">
            <a:solidFill>
              <a:schemeClr val="dk1"/>
            </a:solidFill>
            <a:prstDash val="solid"/>
            <a:round/>
            <a:headEnd len="sm" w="sm" type="none"/>
            <a:tailEnd len="sm" w="sm" type="none"/>
          </a:ln>
        </p:spPr>
      </p:pic>
      <p:pic>
        <p:nvPicPr>
          <p:cNvPr id="56" name="Google Shape;56;p3"/>
          <p:cNvPicPr preferRelativeResize="0"/>
          <p:nvPr/>
        </p:nvPicPr>
        <p:blipFill rotWithShape="1">
          <a:blip r:embed="rId8">
            <a:alphaModFix/>
          </a:blip>
          <a:srcRect b="0" l="0" r="5132" t="11142"/>
          <a:stretch/>
        </p:blipFill>
        <p:spPr>
          <a:xfrm>
            <a:off x="2902463" y="12815500"/>
            <a:ext cx="11647781" cy="7526699"/>
          </a:xfrm>
          <a:prstGeom prst="rect">
            <a:avLst/>
          </a:prstGeom>
          <a:noFill/>
          <a:ln cap="flat" cmpd="sng" w="9525">
            <a:solidFill>
              <a:schemeClr val="dk1"/>
            </a:solidFill>
            <a:prstDash val="solid"/>
            <a:round/>
            <a:headEnd len="sm" w="sm" type="none"/>
            <a:tailEnd len="sm" w="sm" type="none"/>
          </a:ln>
        </p:spPr>
      </p:pic>
      <p:sp>
        <p:nvSpPr>
          <p:cNvPr id="57" name="Google Shape;57;p3"/>
          <p:cNvSpPr txBox="1"/>
          <p:nvPr/>
        </p:nvSpPr>
        <p:spPr>
          <a:xfrm>
            <a:off x="388900" y="35330875"/>
            <a:ext cx="7277100" cy="877200"/>
          </a:xfrm>
          <a:prstGeom prst="rect">
            <a:avLst/>
          </a:prstGeom>
          <a:solidFill>
            <a:schemeClr val="lt1"/>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4800">
                <a:solidFill>
                  <a:schemeClr val="dk1"/>
                </a:solidFill>
                <a:highlight>
                  <a:schemeClr val="lt1"/>
                </a:highlight>
                <a:latin typeface="Roboto Serif Black"/>
                <a:ea typeface="Roboto Serif Black"/>
                <a:cs typeface="Roboto Serif Black"/>
                <a:sym typeface="Roboto Serif Black"/>
              </a:rPr>
              <a:t>Mountains &amp; Minds</a:t>
            </a:r>
            <a:endParaRPr sz="4800">
              <a:solidFill>
                <a:schemeClr val="dk1"/>
              </a:solidFill>
              <a:highlight>
                <a:schemeClr val="lt1"/>
              </a:highlight>
              <a:latin typeface="Roboto Serif Black"/>
              <a:ea typeface="Roboto Serif Black"/>
              <a:cs typeface="Roboto Serif Black"/>
              <a:sym typeface="Roboto Serif Black"/>
            </a:endParaRPr>
          </a:p>
        </p:txBody>
      </p:sp>
      <p:sp>
        <p:nvSpPr>
          <p:cNvPr id="58" name="Google Shape;58;p3"/>
          <p:cNvSpPr txBox="1"/>
          <p:nvPr/>
        </p:nvSpPr>
        <p:spPr>
          <a:xfrm>
            <a:off x="36986200" y="20120300"/>
            <a:ext cx="17453700" cy="9607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US" sz="3400">
                <a:solidFill>
                  <a:schemeClr val="dk1"/>
                </a:solidFill>
                <a:latin typeface="Century Gothic"/>
                <a:ea typeface="Century Gothic"/>
                <a:cs typeface="Century Gothic"/>
                <a:sym typeface="Century Gothic"/>
              </a:rPr>
              <a:t>Part I | Forecast Window Extension</a:t>
            </a:r>
            <a:endParaRPr b="1" sz="3400">
              <a:solidFill>
                <a:schemeClr val="dk1"/>
              </a:solidFill>
              <a:latin typeface="Century Gothic"/>
              <a:ea typeface="Century Gothic"/>
              <a:cs typeface="Century Gothic"/>
              <a:sym typeface="Century Gothic"/>
            </a:endParaRPr>
          </a:p>
          <a:p>
            <a:pPr indent="-444500" lvl="2" marL="1371600" rtl="0" algn="l">
              <a:spcBef>
                <a:spcPts val="0"/>
              </a:spcBef>
              <a:spcAft>
                <a:spcPts val="0"/>
              </a:spcAft>
              <a:buClr>
                <a:schemeClr val="dk1"/>
              </a:buClr>
              <a:buSzPts val="3400"/>
              <a:buFont typeface="Century Gothic"/>
              <a:buChar char="-"/>
            </a:pPr>
            <a:r>
              <a:rPr lang="en-US" sz="3400">
                <a:solidFill>
                  <a:schemeClr val="dk1"/>
                </a:solidFill>
                <a:latin typeface="Century Gothic"/>
                <a:ea typeface="Century Gothic"/>
                <a:cs typeface="Century Gothic"/>
                <a:sym typeface="Century Gothic"/>
              </a:rPr>
              <a:t>Piecewise linear regression models often overfit in-sample data, missing the underlying trend of the data</a:t>
            </a:r>
            <a:endParaRPr sz="3400">
              <a:solidFill>
                <a:schemeClr val="dk1"/>
              </a:solidFill>
              <a:latin typeface="Century Gothic"/>
              <a:ea typeface="Century Gothic"/>
              <a:cs typeface="Century Gothic"/>
              <a:sym typeface="Century Gothic"/>
            </a:endParaRPr>
          </a:p>
          <a:p>
            <a:pPr indent="-444500" lvl="2" marL="1371600" rtl="0" algn="l">
              <a:spcBef>
                <a:spcPts val="0"/>
              </a:spcBef>
              <a:spcAft>
                <a:spcPts val="0"/>
              </a:spcAft>
              <a:buClr>
                <a:schemeClr val="dk1"/>
              </a:buClr>
              <a:buSzPts val="3400"/>
              <a:buFont typeface="Century Gothic"/>
              <a:buChar char="-"/>
            </a:pPr>
            <a:r>
              <a:rPr lang="en-US" sz="3400">
                <a:solidFill>
                  <a:schemeClr val="dk1"/>
                </a:solidFill>
                <a:latin typeface="Century Gothic"/>
                <a:ea typeface="Century Gothic"/>
                <a:cs typeface="Century Gothic"/>
                <a:sym typeface="Century Gothic"/>
              </a:rPr>
              <a:t>Substantial out-of-sample forecasting inaccuracies occur when final spline is close to forecasting period</a:t>
            </a:r>
            <a:endParaRPr sz="3400">
              <a:solidFill>
                <a:schemeClr val="dk1"/>
              </a:solidFill>
              <a:latin typeface="Century Gothic"/>
              <a:ea typeface="Century Gothic"/>
              <a:cs typeface="Century Gothic"/>
              <a:sym typeface="Century Gothic"/>
            </a:endParaRPr>
          </a:p>
          <a:p>
            <a:pPr indent="-444500" lvl="2" marL="1371600" rtl="0" algn="l">
              <a:spcBef>
                <a:spcPts val="0"/>
              </a:spcBef>
              <a:spcAft>
                <a:spcPts val="0"/>
              </a:spcAft>
              <a:buClr>
                <a:schemeClr val="dk1"/>
              </a:buClr>
              <a:buSzPts val="3400"/>
              <a:buFont typeface="Century Gothic"/>
              <a:buChar char="-"/>
            </a:pPr>
            <a:r>
              <a:rPr lang="en-US" sz="3400">
                <a:solidFill>
                  <a:schemeClr val="dk1"/>
                </a:solidFill>
                <a:latin typeface="Century Gothic"/>
                <a:ea typeface="Century Gothic"/>
                <a:cs typeface="Century Gothic"/>
                <a:sym typeface="Century Gothic"/>
              </a:rPr>
              <a:t>Forecast error decreased as forecast window was lengthened from 5 to 10 to 15 years</a:t>
            </a:r>
            <a:endParaRPr sz="34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b="1" sz="34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b="1" lang="en-US" sz="3400">
                <a:solidFill>
                  <a:schemeClr val="dk1"/>
                </a:solidFill>
                <a:latin typeface="Century Gothic"/>
                <a:ea typeface="Century Gothic"/>
                <a:cs typeface="Century Gothic"/>
                <a:sym typeface="Century Gothic"/>
              </a:rPr>
              <a:t>Part II  | Non-negativity Constraint</a:t>
            </a:r>
            <a:endParaRPr b="1" sz="3400">
              <a:solidFill>
                <a:schemeClr val="dk1"/>
              </a:solidFill>
              <a:latin typeface="Century Gothic"/>
              <a:ea typeface="Century Gothic"/>
              <a:cs typeface="Century Gothic"/>
              <a:sym typeface="Century Gothic"/>
            </a:endParaRPr>
          </a:p>
          <a:p>
            <a:pPr indent="-444500" lvl="2" marL="1371600" rtl="0" algn="l">
              <a:spcBef>
                <a:spcPts val="0"/>
              </a:spcBef>
              <a:spcAft>
                <a:spcPts val="0"/>
              </a:spcAft>
              <a:buClr>
                <a:schemeClr val="dk1"/>
              </a:buClr>
              <a:buSzPts val="3400"/>
              <a:buFont typeface="Century Gothic"/>
              <a:buChar char="-"/>
            </a:pPr>
            <a:r>
              <a:rPr lang="en-US" sz="3400">
                <a:solidFill>
                  <a:schemeClr val="dk1"/>
                </a:solidFill>
                <a:latin typeface="Century Gothic"/>
                <a:ea typeface="Century Gothic"/>
                <a:cs typeface="Century Gothic"/>
                <a:sym typeface="Century Gothic"/>
              </a:rPr>
              <a:t>Inevitable advancements in agricultural technology ensure consistent or increased production over time, all else equal</a:t>
            </a:r>
            <a:endParaRPr sz="3400">
              <a:solidFill>
                <a:schemeClr val="dk1"/>
              </a:solidFill>
              <a:latin typeface="Century Gothic"/>
              <a:ea typeface="Century Gothic"/>
              <a:cs typeface="Century Gothic"/>
              <a:sym typeface="Century Gothic"/>
            </a:endParaRPr>
          </a:p>
          <a:p>
            <a:pPr indent="-444500" lvl="2" marL="1371600" rtl="0" algn="l">
              <a:spcBef>
                <a:spcPts val="0"/>
              </a:spcBef>
              <a:spcAft>
                <a:spcPts val="0"/>
              </a:spcAft>
              <a:buClr>
                <a:schemeClr val="dk1"/>
              </a:buClr>
              <a:buSzPts val="3400"/>
              <a:buFont typeface="Century Gothic"/>
              <a:buChar char="-"/>
            </a:pPr>
            <a:r>
              <a:rPr lang="en-US" sz="3400">
                <a:solidFill>
                  <a:schemeClr val="dk1"/>
                </a:solidFill>
                <a:latin typeface="Century Gothic"/>
                <a:ea typeface="Century Gothic"/>
                <a:cs typeface="Century Gothic"/>
                <a:sym typeface="Century Gothic"/>
              </a:rPr>
              <a:t>Constraining a non-negative slope into forecasting periods accommodate this expectation</a:t>
            </a:r>
            <a:endParaRPr sz="3400">
              <a:solidFill>
                <a:schemeClr val="dk1"/>
              </a:solidFill>
              <a:latin typeface="Century Gothic"/>
              <a:ea typeface="Century Gothic"/>
              <a:cs typeface="Century Gothic"/>
              <a:sym typeface="Century Gothic"/>
            </a:endParaRPr>
          </a:p>
          <a:p>
            <a:pPr indent="-444500" lvl="2" marL="1371600" rtl="0" algn="l">
              <a:spcBef>
                <a:spcPts val="0"/>
              </a:spcBef>
              <a:spcAft>
                <a:spcPts val="0"/>
              </a:spcAft>
              <a:buClr>
                <a:schemeClr val="dk1"/>
              </a:buClr>
              <a:buSzPts val="3400"/>
              <a:buFont typeface="Century Gothic"/>
              <a:buChar char="-"/>
            </a:pPr>
            <a:r>
              <a:rPr lang="en-US" sz="3400">
                <a:solidFill>
                  <a:schemeClr val="dk1"/>
                </a:solidFill>
                <a:latin typeface="Century Gothic"/>
                <a:ea typeface="Century Gothic"/>
                <a:cs typeface="Century Gothic"/>
                <a:sym typeface="Century Gothic"/>
              </a:rPr>
              <a:t>The mean forecast error of individual counties and counties within risk regions improved with the non negativity constraint</a:t>
            </a:r>
            <a:endParaRPr b="1" sz="34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b="1" lang="en-US" sz="3400">
                <a:solidFill>
                  <a:schemeClr val="dk1"/>
                </a:solidFill>
                <a:latin typeface="Century Gothic"/>
                <a:ea typeface="Century Gothic"/>
                <a:cs typeface="Century Gothic"/>
                <a:sym typeface="Century Gothic"/>
              </a:rPr>
              <a:t>These significant improvements, if viable across other counties and crops, could signify room for innovation in the crop insurance space.</a:t>
            </a:r>
            <a:endParaRPr b="1" sz="3400">
              <a:solidFill>
                <a:schemeClr val="dk1"/>
              </a:solidFill>
              <a:latin typeface="Century Gothic"/>
              <a:ea typeface="Century Gothic"/>
              <a:cs typeface="Century Gothic"/>
              <a:sym typeface="Century Gothic"/>
            </a:endParaRPr>
          </a:p>
          <a:p>
            <a:pPr indent="0" lvl="0" marL="1371600" rtl="0" algn="l">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None/>
            </a:pPr>
            <a:r>
              <a:t/>
            </a:r>
            <a:endParaRPr sz="3400">
              <a:solidFill>
                <a:schemeClr val="dk1"/>
              </a:solidFill>
              <a:latin typeface="Century Gothic"/>
              <a:ea typeface="Century Gothic"/>
              <a:cs typeface="Century Gothic"/>
              <a:sym typeface="Century Gothic"/>
            </a:endParaRPr>
          </a:p>
        </p:txBody>
      </p:sp>
      <p:sp>
        <p:nvSpPr>
          <p:cNvPr id="59" name="Google Shape;59;p3"/>
          <p:cNvSpPr txBox="1"/>
          <p:nvPr>
            <p:ph idx="16" type="body"/>
          </p:nvPr>
        </p:nvSpPr>
        <p:spPr>
          <a:xfrm>
            <a:off x="36986200" y="29727350"/>
            <a:ext cx="17453700" cy="7278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a:t>CONTACT INFORMATION</a:t>
            </a:r>
            <a:endParaRPr/>
          </a:p>
        </p:txBody>
      </p:sp>
      <p:sp>
        <p:nvSpPr>
          <p:cNvPr id="60" name="Google Shape;60;p3"/>
          <p:cNvSpPr txBox="1"/>
          <p:nvPr/>
        </p:nvSpPr>
        <p:spPr>
          <a:xfrm>
            <a:off x="36986200" y="30455225"/>
            <a:ext cx="17453700" cy="13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200">
                <a:solidFill>
                  <a:schemeClr val="dk1"/>
                </a:solidFill>
                <a:latin typeface="Century Gothic"/>
                <a:ea typeface="Century Gothic"/>
                <a:cs typeface="Century Gothic"/>
                <a:sym typeface="Century Gothic"/>
              </a:rPr>
              <a:t>Tommy Mellott</a:t>
            </a:r>
            <a:r>
              <a:rPr lang="en-US" sz="3200">
                <a:solidFill>
                  <a:schemeClr val="dk1"/>
                </a:solidFill>
                <a:latin typeface="Century Gothic"/>
                <a:ea typeface="Century Gothic"/>
                <a:cs typeface="Century Gothic"/>
                <a:sym typeface="Century Gothic"/>
              </a:rPr>
              <a:t> </a:t>
            </a:r>
            <a:r>
              <a:rPr lang="en-US" sz="3200">
                <a:solidFill>
                  <a:schemeClr val="dk1"/>
                </a:solidFill>
                <a:latin typeface="Century Gothic"/>
                <a:ea typeface="Century Gothic"/>
                <a:cs typeface="Century Gothic"/>
                <a:sym typeface="Century Gothic"/>
              </a:rPr>
              <a:t>-</a:t>
            </a:r>
            <a:r>
              <a:rPr lang="en-US" sz="3200">
                <a:solidFill>
                  <a:srgbClr val="1F3864"/>
                </a:solidFill>
                <a:latin typeface="Century Gothic"/>
                <a:ea typeface="Century Gothic"/>
                <a:cs typeface="Century Gothic"/>
                <a:sym typeface="Century Gothic"/>
              </a:rPr>
              <a:t> </a:t>
            </a:r>
            <a:r>
              <a:rPr lang="en-US" sz="3200" u="sng">
                <a:solidFill>
                  <a:schemeClr val="hlink"/>
                </a:solidFill>
                <a:latin typeface="Century Gothic"/>
                <a:ea typeface="Century Gothic"/>
                <a:cs typeface="Century Gothic"/>
                <a:sym typeface="Century Gothic"/>
                <a:hlinkClick r:id="rId9"/>
              </a:rPr>
              <a:t>tommy.mellott2@gmail.com</a:t>
            </a:r>
            <a:r>
              <a:rPr b="1" lang="en-US" sz="3200">
                <a:solidFill>
                  <a:schemeClr val="dk1"/>
                </a:solidFill>
                <a:latin typeface="Century Gothic"/>
                <a:ea typeface="Century Gothic"/>
                <a:cs typeface="Century Gothic"/>
                <a:sym typeface="Century Gothic"/>
              </a:rPr>
              <a:t>Merlin McKean</a:t>
            </a:r>
            <a:r>
              <a:rPr b="1" lang="en-US" sz="3200">
                <a:solidFill>
                  <a:schemeClr val="dk1"/>
                </a:solidFill>
                <a:latin typeface="Century Gothic"/>
                <a:ea typeface="Century Gothic"/>
                <a:cs typeface="Century Gothic"/>
                <a:sym typeface="Century Gothic"/>
              </a:rPr>
              <a:t> </a:t>
            </a:r>
            <a:r>
              <a:rPr lang="en-US" sz="3200" u="sng">
                <a:solidFill>
                  <a:schemeClr val="hlink"/>
                </a:solidFill>
                <a:latin typeface="Century Gothic"/>
                <a:ea typeface="Century Gothic"/>
                <a:cs typeface="Century Gothic"/>
                <a:sym typeface="Century Gothic"/>
                <a:hlinkClick r:id="rId10"/>
              </a:rPr>
              <a:t>merlinmckean@gmail.com</a:t>
            </a:r>
            <a:r>
              <a:rPr lang="en-US" sz="3200">
                <a:solidFill>
                  <a:srgbClr val="1F3864"/>
                </a:solidFill>
                <a:latin typeface="Century Gothic"/>
                <a:ea typeface="Century Gothic"/>
                <a:cs typeface="Century Gothic"/>
                <a:sym typeface="Century Gothic"/>
              </a:rPr>
              <a:t> </a:t>
            </a:r>
            <a:endParaRPr sz="3200">
              <a:solidFill>
                <a:srgbClr val="1F3864"/>
              </a:solidFill>
              <a:latin typeface="Century Gothic"/>
              <a:ea typeface="Century Gothic"/>
              <a:cs typeface="Century Gothic"/>
              <a:sym typeface="Century Gothic"/>
            </a:endParaRPr>
          </a:p>
          <a:p>
            <a:pPr indent="0" lvl="0" marL="0" rtl="0" algn="l">
              <a:spcBef>
                <a:spcPts val="0"/>
              </a:spcBef>
              <a:spcAft>
                <a:spcPts val="0"/>
              </a:spcAft>
              <a:buClr>
                <a:srgbClr val="1F3864"/>
              </a:buClr>
              <a:buSzPts val="2300"/>
              <a:buFont typeface="Arial"/>
              <a:buNone/>
            </a:pPr>
            <a:r>
              <a:rPr b="1" lang="en-US" sz="3200">
                <a:solidFill>
                  <a:schemeClr val="dk1"/>
                </a:solidFill>
                <a:latin typeface="Century Gothic"/>
                <a:ea typeface="Century Gothic"/>
                <a:cs typeface="Century Gothic"/>
                <a:sym typeface="Century Gothic"/>
              </a:rPr>
              <a:t>Hans Petersen</a:t>
            </a:r>
            <a:r>
              <a:rPr lang="en-US" sz="3200">
                <a:solidFill>
                  <a:schemeClr val="dk1"/>
                </a:solidFill>
                <a:latin typeface="Century Gothic"/>
                <a:ea typeface="Century Gothic"/>
                <a:cs typeface="Century Gothic"/>
                <a:sym typeface="Century Gothic"/>
              </a:rPr>
              <a:t> -</a:t>
            </a:r>
            <a:r>
              <a:rPr lang="en-US" sz="3200">
                <a:solidFill>
                  <a:srgbClr val="1F3864"/>
                </a:solidFill>
                <a:latin typeface="Century Gothic"/>
                <a:ea typeface="Century Gothic"/>
                <a:cs typeface="Century Gothic"/>
                <a:sym typeface="Century Gothic"/>
              </a:rPr>
              <a:t> </a:t>
            </a:r>
            <a:r>
              <a:rPr lang="en-US" sz="3200" u="sng">
                <a:solidFill>
                  <a:schemeClr val="hlink"/>
                </a:solidFill>
                <a:latin typeface="Century Gothic"/>
                <a:ea typeface="Century Gothic"/>
                <a:cs typeface="Century Gothic"/>
                <a:sym typeface="Century Gothic"/>
                <a:hlinkClick r:id="rId11"/>
              </a:rPr>
              <a:t>hans.c.petersen2001@gmail.com</a:t>
            </a:r>
            <a:r>
              <a:rPr lang="en-US" sz="3200">
                <a:solidFill>
                  <a:srgbClr val="1F3864"/>
                </a:solidFill>
                <a:latin typeface="Century Gothic"/>
                <a:ea typeface="Century Gothic"/>
                <a:cs typeface="Century Gothic"/>
                <a:sym typeface="Century Gothic"/>
              </a:rPr>
              <a:t>          </a:t>
            </a:r>
            <a:r>
              <a:rPr b="1" lang="en-US" sz="3200">
                <a:solidFill>
                  <a:schemeClr val="dk1"/>
                </a:solidFill>
                <a:latin typeface="Century Gothic"/>
                <a:ea typeface="Century Gothic"/>
                <a:cs typeface="Century Gothic"/>
                <a:sym typeface="Century Gothic"/>
              </a:rPr>
              <a:t>Max Taylor</a:t>
            </a:r>
            <a:r>
              <a:rPr lang="en-US" sz="3200">
                <a:solidFill>
                  <a:schemeClr val="dk1"/>
                </a:solidFill>
                <a:latin typeface="Century Gothic"/>
                <a:ea typeface="Century Gothic"/>
                <a:cs typeface="Century Gothic"/>
                <a:sym typeface="Century Gothic"/>
              </a:rPr>
              <a:t> -</a:t>
            </a:r>
            <a:r>
              <a:rPr lang="en-US" sz="3200">
                <a:solidFill>
                  <a:srgbClr val="1F3864"/>
                </a:solidFill>
                <a:latin typeface="Century Gothic"/>
                <a:ea typeface="Century Gothic"/>
                <a:cs typeface="Century Gothic"/>
                <a:sym typeface="Century Gothic"/>
              </a:rPr>
              <a:t> </a:t>
            </a:r>
            <a:r>
              <a:rPr lang="en-US" sz="3200" u="sng">
                <a:solidFill>
                  <a:schemeClr val="hlink"/>
                </a:solidFill>
                <a:latin typeface="Century Gothic"/>
                <a:ea typeface="Century Gothic"/>
                <a:cs typeface="Century Gothic"/>
                <a:sym typeface="Century Gothic"/>
                <a:hlinkClick r:id="rId12"/>
              </a:rPr>
              <a:t>max.h.t@live.com</a:t>
            </a:r>
            <a:r>
              <a:rPr lang="en-US" sz="3200">
                <a:solidFill>
                  <a:srgbClr val="1F3864"/>
                </a:solidFill>
                <a:latin typeface="Century Gothic"/>
                <a:ea typeface="Century Gothic"/>
                <a:cs typeface="Century Gothic"/>
                <a:sym typeface="Century Gothic"/>
              </a:rPr>
              <a:t> </a:t>
            </a:r>
            <a:endParaRPr sz="3200">
              <a:solidFill>
                <a:srgbClr val="1F3864"/>
              </a:solidFill>
              <a:latin typeface="Century Gothic"/>
              <a:ea typeface="Century Gothic"/>
              <a:cs typeface="Century Gothic"/>
              <a:sym typeface="Century Gothic"/>
            </a:endParaRPr>
          </a:p>
        </p:txBody>
      </p:sp>
      <p:sp>
        <p:nvSpPr>
          <p:cNvPr id="61" name="Google Shape;61;p3"/>
          <p:cNvSpPr txBox="1"/>
          <p:nvPr/>
        </p:nvSpPr>
        <p:spPr>
          <a:xfrm>
            <a:off x="3928200" y="20324788"/>
            <a:ext cx="10111200" cy="17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latin typeface="Century Gothic"/>
                <a:ea typeface="Century Gothic"/>
                <a:cs typeface="Century Gothic"/>
                <a:sym typeface="Century Gothic"/>
              </a:rPr>
              <a:t>Figure 1: </a:t>
            </a:r>
            <a:r>
              <a:rPr lang="en-US" sz="1800">
                <a:latin typeface="Century Gothic"/>
                <a:ea typeface="Century Gothic"/>
                <a:cs typeface="Century Gothic"/>
                <a:sym typeface="Century Gothic"/>
              </a:rPr>
              <a:t>Aggregated Crop Insurance Loss History from 1989-2021.</a:t>
            </a:r>
            <a:endParaRPr sz="1800">
              <a:latin typeface="Century Gothic"/>
              <a:ea typeface="Century Gothic"/>
              <a:cs typeface="Century Gothic"/>
              <a:sym typeface="Century Gothic"/>
            </a:endParaRPr>
          </a:p>
        </p:txBody>
      </p:sp>
      <p:sp>
        <p:nvSpPr>
          <p:cNvPr id="62" name="Google Shape;62;p3"/>
          <p:cNvSpPr txBox="1"/>
          <p:nvPr/>
        </p:nvSpPr>
        <p:spPr>
          <a:xfrm>
            <a:off x="3819575" y="34497600"/>
            <a:ext cx="9700500" cy="72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latin typeface="Century Gothic"/>
                <a:ea typeface="Century Gothic"/>
                <a:cs typeface="Century Gothic"/>
                <a:sym typeface="Century Gothic"/>
              </a:rPr>
              <a:t>Figure 2: </a:t>
            </a:r>
            <a:r>
              <a:rPr lang="en-US" sz="1800">
                <a:latin typeface="Century Gothic"/>
                <a:ea typeface="Century Gothic"/>
                <a:cs typeface="Century Gothic"/>
                <a:sym typeface="Century Gothic"/>
              </a:rPr>
              <a:t>Graph of a vertical adjustment to individual counties within a Risk Region in Phase 2.</a:t>
            </a:r>
            <a:endParaRPr sz="1800">
              <a:latin typeface="Century Gothic"/>
              <a:ea typeface="Century Gothic"/>
              <a:cs typeface="Century Gothic"/>
              <a:sym typeface="Century Gothic"/>
            </a:endParaRPr>
          </a:p>
        </p:txBody>
      </p:sp>
      <p:sp>
        <p:nvSpPr>
          <p:cNvPr id="63" name="Google Shape;63;p3"/>
          <p:cNvSpPr txBox="1"/>
          <p:nvPr/>
        </p:nvSpPr>
        <p:spPr>
          <a:xfrm>
            <a:off x="15812788" y="34062000"/>
            <a:ext cx="2611800" cy="73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latin typeface="Century Gothic"/>
                <a:ea typeface="Century Gothic"/>
                <a:cs typeface="Century Gothic"/>
                <a:sym typeface="Century Gothic"/>
              </a:rPr>
              <a:t>Figure 3: </a:t>
            </a:r>
            <a:r>
              <a:rPr lang="en-US" sz="1800">
                <a:latin typeface="Century Gothic"/>
                <a:ea typeface="Century Gothic"/>
                <a:cs typeface="Century Gothic"/>
                <a:sym typeface="Century Gothic"/>
              </a:rPr>
              <a:t>Risk Regions within Illinois</a:t>
            </a:r>
            <a:endParaRPr sz="1800">
              <a:latin typeface="Century Gothic"/>
              <a:ea typeface="Century Gothic"/>
              <a:cs typeface="Century Gothic"/>
              <a:sym typeface="Century Gothic"/>
            </a:endParaRPr>
          </a:p>
        </p:txBody>
      </p:sp>
      <p:sp>
        <p:nvSpPr>
          <p:cNvPr id="64" name="Google Shape;64;p3"/>
          <p:cNvSpPr txBox="1"/>
          <p:nvPr>
            <p:ph idx="17" type="body"/>
          </p:nvPr>
        </p:nvSpPr>
        <p:spPr>
          <a:xfrm>
            <a:off x="36986200" y="32496350"/>
            <a:ext cx="17453700" cy="2643000"/>
          </a:xfrm>
          <a:prstGeom prst="rect">
            <a:avLst/>
          </a:prstGeom>
          <a:noFill/>
          <a:ln>
            <a:noFill/>
          </a:ln>
        </p:spPr>
        <p:txBody>
          <a:bodyPr anchorCtr="0" anchor="t" bIns="272075" lIns="272075" spcFirstLastPara="1" rIns="272075" wrap="square" tIns="272075">
            <a:spAutoFit/>
          </a:bodyPr>
          <a:lstStyle/>
          <a:p>
            <a:pPr indent="0" lvl="0" marL="0" rtl="0" algn="l">
              <a:spcBef>
                <a:spcPts val="0"/>
              </a:spcBef>
              <a:spcAft>
                <a:spcPts val="0"/>
              </a:spcAft>
              <a:buClr>
                <a:srgbClr val="1F3864"/>
              </a:buClr>
              <a:buSzPts val="2300"/>
              <a:buNone/>
            </a:pPr>
            <a:r>
              <a:rPr b="1" lang="en-US" sz="3400">
                <a:solidFill>
                  <a:schemeClr val="dk1"/>
                </a:solidFill>
              </a:rPr>
              <a:t>Watts and Associates</a:t>
            </a:r>
            <a:endParaRPr b="1" sz="3400">
              <a:solidFill>
                <a:schemeClr val="dk1"/>
              </a:solidFill>
            </a:endParaRPr>
          </a:p>
          <a:p>
            <a:pPr indent="-444500" lvl="0" marL="457200" rtl="0" algn="l">
              <a:spcBef>
                <a:spcPts val="0"/>
              </a:spcBef>
              <a:spcAft>
                <a:spcPts val="0"/>
              </a:spcAft>
              <a:buClr>
                <a:schemeClr val="dk1"/>
              </a:buClr>
              <a:buSzPts val="3400"/>
              <a:buFont typeface="Century Gothic"/>
              <a:buChar char="-"/>
            </a:pPr>
            <a:r>
              <a:rPr lang="en-US" sz="3400">
                <a:solidFill>
                  <a:schemeClr val="dk1"/>
                </a:solidFill>
              </a:rPr>
              <a:t>John Kuhling</a:t>
            </a:r>
            <a:endParaRPr b="1" sz="3400">
              <a:solidFill>
                <a:schemeClr val="dk1"/>
              </a:solidFill>
            </a:endParaRPr>
          </a:p>
          <a:p>
            <a:pPr indent="0" lvl="0" marL="0" rtl="0" algn="l">
              <a:spcBef>
                <a:spcPts val="0"/>
              </a:spcBef>
              <a:spcAft>
                <a:spcPts val="0"/>
              </a:spcAft>
              <a:buNone/>
            </a:pPr>
            <a:r>
              <a:rPr b="1" lang="en-US" sz="3400">
                <a:solidFill>
                  <a:schemeClr val="dk1"/>
                </a:solidFill>
              </a:rPr>
              <a:t>Montana State University</a:t>
            </a:r>
            <a:endParaRPr b="1" sz="3400">
              <a:solidFill>
                <a:schemeClr val="dk1"/>
              </a:solidFill>
            </a:endParaRPr>
          </a:p>
          <a:p>
            <a:pPr indent="-444500" lvl="0" marL="457200" rtl="0" algn="l">
              <a:spcBef>
                <a:spcPts val="0"/>
              </a:spcBef>
              <a:spcAft>
                <a:spcPts val="0"/>
              </a:spcAft>
              <a:buClr>
                <a:schemeClr val="dk1"/>
              </a:buClr>
              <a:buSzPts val="3400"/>
              <a:buFont typeface="Century Gothic"/>
              <a:buChar char="-"/>
            </a:pPr>
            <a:r>
              <a:rPr lang="en-US" sz="3400">
                <a:solidFill>
                  <a:schemeClr val="dk1"/>
                </a:solidFill>
              </a:rPr>
              <a:t>Dr. Andrew Hill | Dr. Joseph Atwood | Dr. Faraz Dadgostari</a:t>
            </a:r>
            <a:endParaRPr sz="3400">
              <a:solidFill>
                <a:schemeClr val="dk1"/>
              </a:solidFill>
            </a:endParaRPr>
          </a:p>
        </p:txBody>
      </p:sp>
      <p:pic>
        <p:nvPicPr>
          <p:cNvPr id="65" name="Google Shape;65;p3"/>
          <p:cNvPicPr preferRelativeResize="0"/>
          <p:nvPr/>
        </p:nvPicPr>
        <p:blipFill>
          <a:blip r:embed="rId13">
            <a:alphaModFix/>
          </a:blip>
          <a:stretch>
            <a:fillRect/>
          </a:stretch>
        </p:blipFill>
        <p:spPr>
          <a:xfrm>
            <a:off x="27096075" y="27086425"/>
            <a:ext cx="8536099" cy="8051000"/>
          </a:xfrm>
          <a:prstGeom prst="rect">
            <a:avLst/>
          </a:prstGeom>
          <a:noFill/>
          <a:ln cap="flat" cmpd="sng" w="9525">
            <a:solidFill>
              <a:schemeClr val="dk1"/>
            </a:solidFill>
            <a:prstDash val="solid"/>
            <a:round/>
            <a:headEnd len="sm" w="sm" type="none"/>
            <a:tailEnd len="sm" w="sm" type="none"/>
          </a:ln>
        </p:spPr>
      </p:pic>
      <p:pic>
        <p:nvPicPr>
          <p:cNvPr id="66" name="Google Shape;66;p3"/>
          <p:cNvPicPr preferRelativeResize="0"/>
          <p:nvPr/>
        </p:nvPicPr>
        <p:blipFill>
          <a:blip r:embed="rId14">
            <a:alphaModFix/>
          </a:blip>
          <a:stretch>
            <a:fillRect/>
          </a:stretch>
        </p:blipFill>
        <p:spPr>
          <a:xfrm>
            <a:off x="28847063" y="7000518"/>
            <a:ext cx="5697440" cy="5087000"/>
          </a:xfrm>
          <a:prstGeom prst="rect">
            <a:avLst/>
          </a:prstGeom>
          <a:noFill/>
          <a:ln>
            <a:noFill/>
          </a:ln>
        </p:spPr>
      </p:pic>
      <p:pic>
        <p:nvPicPr>
          <p:cNvPr id="67" name="Google Shape;67;p3"/>
          <p:cNvPicPr preferRelativeResize="0"/>
          <p:nvPr/>
        </p:nvPicPr>
        <p:blipFill>
          <a:blip r:embed="rId15">
            <a:alphaModFix/>
          </a:blip>
          <a:stretch>
            <a:fillRect/>
          </a:stretch>
        </p:blipFill>
        <p:spPr>
          <a:xfrm>
            <a:off x="28399563" y="21194476"/>
            <a:ext cx="6592438" cy="5595700"/>
          </a:xfrm>
          <a:prstGeom prst="rect">
            <a:avLst/>
          </a:prstGeom>
          <a:noFill/>
          <a:ln>
            <a:noFill/>
          </a:ln>
        </p:spPr>
      </p:pic>
      <p:pic>
        <p:nvPicPr>
          <p:cNvPr id="68" name="Google Shape;68;p3"/>
          <p:cNvPicPr preferRelativeResize="0"/>
          <p:nvPr/>
        </p:nvPicPr>
        <p:blipFill>
          <a:blip r:embed="rId16">
            <a:alphaModFix/>
          </a:blip>
          <a:stretch>
            <a:fillRect/>
          </a:stretch>
        </p:blipFill>
        <p:spPr>
          <a:xfrm>
            <a:off x="19464112" y="28342325"/>
            <a:ext cx="6592450" cy="6155281"/>
          </a:xfrm>
          <a:prstGeom prst="rect">
            <a:avLst/>
          </a:prstGeom>
          <a:noFill/>
          <a:ln>
            <a:noFill/>
          </a:ln>
        </p:spPr>
      </p:pic>
      <p:pic>
        <p:nvPicPr>
          <p:cNvPr id="69" name="Google Shape;69;p3"/>
          <p:cNvPicPr preferRelativeResize="0"/>
          <p:nvPr/>
        </p:nvPicPr>
        <p:blipFill rotWithShape="1">
          <a:blip r:embed="rId17">
            <a:alphaModFix/>
          </a:blip>
          <a:srcRect b="8917" l="0" r="0" t="0"/>
          <a:stretch/>
        </p:blipFill>
        <p:spPr>
          <a:xfrm>
            <a:off x="18502850" y="20003450"/>
            <a:ext cx="8536099" cy="7635050"/>
          </a:xfrm>
          <a:prstGeom prst="rect">
            <a:avLst/>
          </a:prstGeom>
          <a:noFill/>
          <a:ln cap="flat" cmpd="sng" w="9525">
            <a:solidFill>
              <a:schemeClr val="dk1"/>
            </a:solidFill>
            <a:prstDash val="solid"/>
            <a:round/>
            <a:headEnd len="sm" w="sm" type="none"/>
            <a:tailEnd len="sm" w="sm" type="none"/>
          </a:ln>
        </p:spPr>
      </p:pic>
      <p:sp>
        <p:nvSpPr>
          <p:cNvPr id="70" name="Google Shape;70;p3"/>
          <p:cNvSpPr txBox="1"/>
          <p:nvPr>
            <p:ph idx="16" type="body"/>
          </p:nvPr>
        </p:nvSpPr>
        <p:spPr>
          <a:xfrm>
            <a:off x="36986200" y="31768550"/>
            <a:ext cx="17453700" cy="727800"/>
          </a:xfrm>
          <a:prstGeom prst="rect">
            <a:avLst/>
          </a:prstGeom>
          <a:solidFill>
            <a:srgbClr val="1F3864"/>
          </a:solidFill>
          <a:ln>
            <a:noFill/>
          </a:ln>
        </p:spPr>
        <p:txBody>
          <a:bodyPr anchorCtr="0" anchor="t" bIns="108825" lIns="108825" spcFirstLastPara="1" rIns="108825" wrap="square" tIns="108825">
            <a:spAutoFit/>
          </a:bodyPr>
          <a:lstStyle/>
          <a:p>
            <a:pPr indent="0" lvl="0" marL="0" rtl="0" algn="ctr">
              <a:spcBef>
                <a:spcPts val="0"/>
              </a:spcBef>
              <a:spcAft>
                <a:spcPts val="0"/>
              </a:spcAft>
              <a:buClr>
                <a:schemeClr val="lt1"/>
              </a:buClr>
              <a:buSzPts val="3300"/>
              <a:buNone/>
            </a:pPr>
            <a:r>
              <a:rPr lang="en-US"/>
              <a:t>ACKNOWLEDGEMENTS</a:t>
            </a:r>
            <a:endParaRPr/>
          </a:p>
        </p:txBody>
      </p:sp>
      <p:pic>
        <p:nvPicPr>
          <p:cNvPr id="71" name="Google Shape;71;p3"/>
          <p:cNvPicPr preferRelativeResize="0"/>
          <p:nvPr/>
        </p:nvPicPr>
        <p:blipFill>
          <a:blip r:embed="rId18">
            <a:alphaModFix/>
          </a:blip>
          <a:stretch>
            <a:fillRect/>
          </a:stretch>
        </p:blipFill>
        <p:spPr>
          <a:xfrm>
            <a:off x="18505925" y="6213775"/>
            <a:ext cx="8536099" cy="7635050"/>
          </a:xfrm>
          <a:prstGeom prst="rect">
            <a:avLst/>
          </a:prstGeom>
          <a:noFill/>
          <a:ln cap="flat" cmpd="sng" w="9525">
            <a:solidFill>
              <a:schemeClr val="dk1"/>
            </a:solidFill>
            <a:prstDash val="solid"/>
            <a:round/>
            <a:headEnd len="sm" w="sm" type="none"/>
            <a:tailEnd len="sm" w="sm" type="none"/>
          </a:ln>
        </p:spPr>
      </p:pic>
      <p:pic>
        <p:nvPicPr>
          <p:cNvPr id="72" name="Google Shape;72;p3"/>
          <p:cNvPicPr preferRelativeResize="0"/>
          <p:nvPr/>
        </p:nvPicPr>
        <p:blipFill>
          <a:blip r:embed="rId19">
            <a:alphaModFix/>
          </a:blip>
          <a:stretch>
            <a:fillRect/>
          </a:stretch>
        </p:blipFill>
        <p:spPr>
          <a:xfrm>
            <a:off x="19534913" y="14531488"/>
            <a:ext cx="6204700" cy="5058168"/>
          </a:xfrm>
          <a:prstGeom prst="rect">
            <a:avLst/>
          </a:prstGeom>
          <a:noFill/>
          <a:ln>
            <a:noFill/>
          </a:ln>
        </p:spPr>
      </p:pic>
      <p:pic>
        <p:nvPicPr>
          <p:cNvPr id="73" name="Google Shape;73;p3"/>
          <p:cNvPicPr preferRelativeResize="0"/>
          <p:nvPr/>
        </p:nvPicPr>
        <p:blipFill>
          <a:blip r:embed="rId20">
            <a:alphaModFix/>
          </a:blip>
          <a:stretch>
            <a:fillRect/>
          </a:stretch>
        </p:blipFill>
        <p:spPr>
          <a:xfrm>
            <a:off x="27096075" y="13055225"/>
            <a:ext cx="8536099" cy="76350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48x72 templat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